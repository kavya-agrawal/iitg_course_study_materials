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57"/>
  </p:notesMasterIdLst>
  <p:sldIdLst>
    <p:sldId id="256" r:id="rId6"/>
    <p:sldId id="1127" r:id="rId7"/>
    <p:sldId id="1131" r:id="rId8"/>
    <p:sldId id="1132" r:id="rId9"/>
    <p:sldId id="1133" r:id="rId10"/>
    <p:sldId id="1134" r:id="rId11"/>
    <p:sldId id="1135" r:id="rId12"/>
    <p:sldId id="1136" r:id="rId13"/>
    <p:sldId id="1137" r:id="rId14"/>
    <p:sldId id="1138" r:id="rId15"/>
    <p:sldId id="1139" r:id="rId16"/>
    <p:sldId id="1140" r:id="rId17"/>
    <p:sldId id="1141" r:id="rId18"/>
    <p:sldId id="1142" r:id="rId19"/>
    <p:sldId id="1143" r:id="rId20"/>
    <p:sldId id="1144" r:id="rId21"/>
    <p:sldId id="1077" r:id="rId22"/>
    <p:sldId id="1078" r:id="rId23"/>
    <p:sldId id="1079" r:id="rId24"/>
    <p:sldId id="1080" r:id="rId25"/>
    <p:sldId id="1081" r:id="rId26"/>
    <p:sldId id="1082" r:id="rId27"/>
    <p:sldId id="1083" r:id="rId28"/>
    <p:sldId id="1084" r:id="rId29"/>
    <p:sldId id="1086" r:id="rId30"/>
    <p:sldId id="1085" r:id="rId31"/>
    <p:sldId id="1088" r:id="rId32"/>
    <p:sldId id="1092" r:id="rId33"/>
    <p:sldId id="1093" r:id="rId34"/>
    <p:sldId id="1094" r:id="rId35"/>
    <p:sldId id="1095" r:id="rId36"/>
    <p:sldId id="1145" r:id="rId37"/>
    <p:sldId id="1103" r:id="rId38"/>
    <p:sldId id="1104" r:id="rId39"/>
    <p:sldId id="1105" r:id="rId40"/>
    <p:sldId id="1146" r:id="rId41"/>
    <p:sldId id="1106" r:id="rId42"/>
    <p:sldId id="1107" r:id="rId43"/>
    <p:sldId id="1108" r:id="rId44"/>
    <p:sldId id="1109" r:id="rId45"/>
    <p:sldId id="1110" r:id="rId46"/>
    <p:sldId id="1111" r:id="rId47"/>
    <p:sldId id="1112" r:id="rId48"/>
    <p:sldId id="1113" r:id="rId49"/>
    <p:sldId id="1114" r:id="rId50"/>
    <p:sldId id="1128" r:id="rId51"/>
    <p:sldId id="1129" r:id="rId52"/>
    <p:sldId id="1130" r:id="rId53"/>
    <p:sldId id="1096" r:id="rId54"/>
    <p:sldId id="1101" r:id="rId55"/>
    <p:sldId id="1102" r:id="rId5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B3D5E4-CC8A-09A7-978A-9F45B1BCB170}" v="2" dt="2024-02-22T16:56:07.266"/>
    <p1510:client id="{057DBB5D-2473-561F-DF52-C21D4BBBA94B}" v="1" dt="2024-02-22T15:46:02.364"/>
    <p1510:client id="{16C52FA6-0FAA-2D10-EC70-EBFFC6D0BA7F}" v="2" dt="2024-02-22T09:09:51.436"/>
    <p1510:client id="{3215B541-B6D6-4B50-9B77-44A8C4808188}" v="3" dt="2024-02-22T09:31:52.468"/>
    <p1510:client id="{828D9F24-4676-2E68-E6C9-CCAB5953B4B6}" v="6" dt="2024-02-22T17:58:21.793"/>
    <p1510:client id="{89901B73-ADE6-4BCD-B1E4-A5A2FA3D83D1}" v="24" dt="2024-02-22T16:37:01.410"/>
    <p1510:client id="{B67448D0-3C7F-46EF-80A2-4E6114003E28}" v="4" dt="2024-02-22T13:39:01.768"/>
    <p1510:client id="{E3F8845E-83CE-4D90-6E25-9DD9825C13CD}" v="1" dt="2024-02-22T07:31:02.5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63" Type="http://schemas.microsoft.com/office/2015/10/relationships/revisionInfo" Target="revisionInfo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61" Type="http://schemas.openxmlformats.org/officeDocument/2006/relationships/tableStyles" Target="tableStyles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viewProps" Target="viewProp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LLAGONDLA MONIKA" userId="S::m.challagondla@iitg.ac.in::4036b4ef-5e3e-499b-8986-74095a2cbb11" providerId="AD" clId="Web-{4D3D093E-A5C9-48AC-A83A-CE834A8A03D0}"/>
    <pc:docChg chg="modSld">
      <pc:chgData name="CHALLAGONDLA MONIKA" userId="S::m.challagondla@iitg.ac.in::4036b4ef-5e3e-499b-8986-74095a2cbb11" providerId="AD" clId="Web-{4D3D093E-A5C9-48AC-A83A-CE834A8A03D0}" dt="2023-05-02T06:13:06.081" v="1" actId="1076"/>
      <pc:docMkLst>
        <pc:docMk/>
      </pc:docMkLst>
      <pc:sldChg chg="modSp">
        <pc:chgData name="CHALLAGONDLA MONIKA" userId="S::m.challagondla@iitg.ac.in::4036b4ef-5e3e-499b-8986-74095a2cbb11" providerId="AD" clId="Web-{4D3D093E-A5C9-48AC-A83A-CE834A8A03D0}" dt="2023-05-02T06:13:06.081" v="1" actId="1076"/>
        <pc:sldMkLst>
          <pc:docMk/>
          <pc:sldMk cId="3330572744" sldId="256"/>
        </pc:sldMkLst>
        <pc:picChg chg="mod">
          <ac:chgData name="CHALLAGONDLA MONIKA" userId="S::m.challagondla@iitg.ac.in::4036b4ef-5e3e-499b-8986-74095a2cbb11" providerId="AD" clId="Web-{4D3D093E-A5C9-48AC-A83A-CE834A8A03D0}" dt="2023-05-02T06:13:06.081" v="1" actId="1076"/>
          <ac:picMkLst>
            <pc:docMk/>
            <pc:sldMk cId="3330572744" sldId="256"/>
            <ac:picMk id="5" creationId="{00000000-0000-0000-0000-000000000000}"/>
          </ac:picMkLst>
        </pc:picChg>
      </pc:sldChg>
    </pc:docChg>
  </pc:docChgLst>
  <pc:docChgLst>
    <pc:chgData name="ADITYA JHA" userId="S::aditya.jha@iitg.ac.in::2c032463-5c83-4163-b2f3-2a5478f1c885" providerId="AD" clId="Web-{99207E4F-B219-43DC-B71F-EFB2FE3703E9}"/>
    <pc:docChg chg="modSld">
      <pc:chgData name="ADITYA JHA" userId="S::aditya.jha@iitg.ac.in::2c032463-5c83-4163-b2f3-2a5478f1c885" providerId="AD" clId="Web-{99207E4F-B219-43DC-B71F-EFB2FE3703E9}" dt="2023-05-05T20:04:45.685" v="0" actId="1076"/>
      <pc:docMkLst>
        <pc:docMk/>
      </pc:docMkLst>
      <pc:sldChg chg="modSp">
        <pc:chgData name="ADITYA JHA" userId="S::aditya.jha@iitg.ac.in::2c032463-5c83-4163-b2f3-2a5478f1c885" providerId="AD" clId="Web-{99207E4F-B219-43DC-B71F-EFB2FE3703E9}" dt="2023-05-05T20:04:45.685" v="0" actId="1076"/>
        <pc:sldMkLst>
          <pc:docMk/>
          <pc:sldMk cId="0" sldId="1080"/>
        </pc:sldMkLst>
        <pc:picChg chg="mod">
          <ac:chgData name="ADITYA JHA" userId="S::aditya.jha@iitg.ac.in::2c032463-5c83-4163-b2f3-2a5478f1c885" providerId="AD" clId="Web-{99207E4F-B219-43DC-B71F-EFB2FE3703E9}" dt="2023-05-05T20:04:45.685" v="0" actId="1076"/>
          <ac:picMkLst>
            <pc:docMk/>
            <pc:sldMk cId="0" sldId="1080"/>
            <ac:picMk id="37891" creationId="{35028FC0-0C6C-4B46-AAE3-C43C3E6AADAE}"/>
          </ac:picMkLst>
        </pc:picChg>
      </pc:sldChg>
    </pc:docChg>
  </pc:docChgLst>
  <pc:docChgLst>
    <pc:chgData name="YEREDLA KOUSHIK REDDY" userId="S::r.yeredla@iitg.ac.in::d8d31ff8-49e1-485c-ad62-2f1f8af17605" providerId="AD" clId="Web-{89901B73-ADE6-4BCD-B1E4-A5A2FA3D83D1}"/>
    <pc:docChg chg="modSld">
      <pc:chgData name="YEREDLA KOUSHIK REDDY" userId="S::r.yeredla@iitg.ac.in::d8d31ff8-49e1-485c-ad62-2f1f8af17605" providerId="AD" clId="Web-{89901B73-ADE6-4BCD-B1E4-A5A2FA3D83D1}" dt="2024-02-22T16:37:01.410" v="16"/>
      <pc:docMkLst>
        <pc:docMk/>
      </pc:docMkLst>
      <pc:sldChg chg="modSp">
        <pc:chgData name="YEREDLA KOUSHIK REDDY" userId="S::r.yeredla@iitg.ac.in::d8d31ff8-49e1-485c-ad62-2f1f8af17605" providerId="AD" clId="Web-{89901B73-ADE6-4BCD-B1E4-A5A2FA3D83D1}" dt="2024-02-22T15:00:55.891" v="5" actId="20577"/>
        <pc:sldMkLst>
          <pc:docMk/>
          <pc:sldMk cId="3330572744" sldId="256"/>
        </pc:sldMkLst>
        <pc:spChg chg="mod">
          <ac:chgData name="YEREDLA KOUSHIK REDDY" userId="S::r.yeredla@iitg.ac.in::d8d31ff8-49e1-485c-ad62-2f1f8af17605" providerId="AD" clId="Web-{89901B73-ADE6-4BCD-B1E4-A5A2FA3D83D1}" dt="2024-02-22T15:00:55.891" v="5" actId="20577"/>
          <ac:spMkLst>
            <pc:docMk/>
            <pc:sldMk cId="3330572744" sldId="256"/>
            <ac:spMk id="3" creationId="{08B0559B-B81E-49FA-AA9C-07A293580CF7}"/>
          </ac:spMkLst>
        </pc:spChg>
      </pc:sldChg>
      <pc:sldChg chg="addSp delSp modSp">
        <pc:chgData name="YEREDLA KOUSHIK REDDY" userId="S::r.yeredla@iitg.ac.in::d8d31ff8-49e1-485c-ad62-2f1f8af17605" providerId="AD" clId="Web-{89901B73-ADE6-4BCD-B1E4-A5A2FA3D83D1}" dt="2024-02-22T16:37:01.410" v="16"/>
        <pc:sldMkLst>
          <pc:docMk/>
          <pc:sldMk cId="1436724444" sldId="1139"/>
        </pc:sldMkLst>
        <pc:picChg chg="add del mod">
          <ac:chgData name="YEREDLA KOUSHIK REDDY" userId="S::r.yeredla@iitg.ac.in::d8d31ff8-49e1-485c-ad62-2f1f8af17605" providerId="AD" clId="Web-{89901B73-ADE6-4BCD-B1E4-A5A2FA3D83D1}" dt="2024-02-22T16:36:45.472" v="11"/>
          <ac:picMkLst>
            <pc:docMk/>
            <pc:sldMk cId="1436724444" sldId="1139"/>
            <ac:picMk id="2" creationId="{75CFF4EE-C89B-0336-D383-349460C674B8}"/>
          </ac:picMkLst>
        </pc:picChg>
        <pc:picChg chg="del">
          <ac:chgData name="YEREDLA KOUSHIK REDDY" userId="S::r.yeredla@iitg.ac.in::d8d31ff8-49e1-485c-ad62-2f1f8af17605" providerId="AD" clId="Web-{89901B73-ADE6-4BCD-B1E4-A5A2FA3D83D1}" dt="2024-02-22T16:37:01.410" v="16"/>
          <ac:picMkLst>
            <pc:docMk/>
            <pc:sldMk cId="1436724444" sldId="1139"/>
            <ac:picMk id="53250" creationId="{00000000-0000-0000-0000-000000000000}"/>
          </ac:picMkLst>
        </pc:picChg>
        <pc:picChg chg="del">
          <ac:chgData name="YEREDLA KOUSHIK REDDY" userId="S::r.yeredla@iitg.ac.in::d8d31ff8-49e1-485c-ad62-2f1f8af17605" providerId="AD" clId="Web-{89901B73-ADE6-4BCD-B1E4-A5A2FA3D83D1}" dt="2024-02-22T15:01:14.922" v="6"/>
          <ac:picMkLst>
            <pc:docMk/>
            <pc:sldMk cId="1436724444" sldId="1139"/>
            <ac:picMk id="53251" creationId="{00000000-0000-0000-0000-000000000000}"/>
          </ac:picMkLst>
        </pc:picChg>
        <pc:picChg chg="del">
          <ac:chgData name="YEREDLA KOUSHIK REDDY" userId="S::r.yeredla@iitg.ac.in::d8d31ff8-49e1-485c-ad62-2f1f8af17605" providerId="AD" clId="Web-{89901B73-ADE6-4BCD-B1E4-A5A2FA3D83D1}" dt="2024-02-22T15:01:18.250" v="7"/>
          <ac:picMkLst>
            <pc:docMk/>
            <pc:sldMk cId="1436724444" sldId="1139"/>
            <ac:picMk id="53252" creationId="{00000000-0000-0000-0000-000000000000}"/>
          </ac:picMkLst>
        </pc:picChg>
        <pc:picChg chg="del">
          <ac:chgData name="YEREDLA KOUSHIK REDDY" userId="S::r.yeredla@iitg.ac.in::d8d31ff8-49e1-485c-ad62-2f1f8af17605" providerId="AD" clId="Web-{89901B73-ADE6-4BCD-B1E4-A5A2FA3D83D1}" dt="2024-02-22T16:36:48.706" v="12"/>
          <ac:picMkLst>
            <pc:docMk/>
            <pc:sldMk cId="1436724444" sldId="1139"/>
            <ac:picMk id="53253" creationId="{00000000-0000-0000-0000-000000000000}"/>
          </ac:picMkLst>
        </pc:picChg>
        <pc:picChg chg="del">
          <ac:chgData name="YEREDLA KOUSHIK REDDY" userId="S::r.yeredla@iitg.ac.in::d8d31ff8-49e1-485c-ad62-2f1f8af17605" providerId="AD" clId="Web-{89901B73-ADE6-4BCD-B1E4-A5A2FA3D83D1}" dt="2024-02-22T16:36:51.878" v="13"/>
          <ac:picMkLst>
            <pc:docMk/>
            <pc:sldMk cId="1436724444" sldId="1139"/>
            <ac:picMk id="53254" creationId="{00000000-0000-0000-0000-000000000000}"/>
          </ac:picMkLst>
        </pc:picChg>
        <pc:picChg chg="del">
          <ac:chgData name="YEREDLA KOUSHIK REDDY" userId="S::r.yeredla@iitg.ac.in::d8d31ff8-49e1-485c-ad62-2f1f8af17605" providerId="AD" clId="Web-{89901B73-ADE6-4BCD-B1E4-A5A2FA3D83D1}" dt="2024-02-22T16:36:55.050" v="14"/>
          <ac:picMkLst>
            <pc:docMk/>
            <pc:sldMk cId="1436724444" sldId="1139"/>
            <ac:picMk id="53255" creationId="{00000000-0000-0000-0000-000000000000}"/>
          </ac:picMkLst>
        </pc:picChg>
        <pc:picChg chg="del">
          <ac:chgData name="YEREDLA KOUSHIK REDDY" userId="S::r.yeredla@iitg.ac.in::d8d31ff8-49e1-485c-ad62-2f1f8af17605" providerId="AD" clId="Web-{89901B73-ADE6-4BCD-B1E4-A5A2FA3D83D1}" dt="2024-02-22T16:36:58.347" v="15"/>
          <ac:picMkLst>
            <pc:docMk/>
            <pc:sldMk cId="1436724444" sldId="1139"/>
            <ac:picMk id="53256" creationId="{00000000-0000-0000-0000-000000000000}"/>
          </ac:picMkLst>
        </pc:picChg>
      </pc:sldChg>
    </pc:docChg>
  </pc:docChgLst>
  <pc:docChgLst>
    <pc:chgData name="SUYASH NEMA" userId="S::n.suyash@iitg.ac.in::a623f84b-7613-4ff9-9bb8-7641f5034ed1" providerId="AD" clId="Web-{8B18CE37-DA04-4ADE-A9ED-241628F3ED99}"/>
    <pc:docChg chg="addSld modSld">
      <pc:chgData name="SUYASH NEMA" userId="S::n.suyash@iitg.ac.in::a623f84b-7613-4ff9-9bb8-7641f5034ed1" providerId="AD" clId="Web-{8B18CE37-DA04-4ADE-A9ED-241628F3ED99}" dt="2023-05-06T04:50:40.401" v="3"/>
      <pc:docMkLst>
        <pc:docMk/>
      </pc:docMkLst>
      <pc:sldChg chg="delSp modSp">
        <pc:chgData name="SUYASH NEMA" userId="S::n.suyash@iitg.ac.in::a623f84b-7613-4ff9-9bb8-7641f5034ed1" providerId="AD" clId="Web-{8B18CE37-DA04-4ADE-A9ED-241628F3ED99}" dt="2023-05-06T04:50:40.401" v="3"/>
        <pc:sldMkLst>
          <pc:docMk/>
          <pc:sldMk cId="0" sldId="1101"/>
        </pc:sldMkLst>
        <pc:picChg chg="del mod">
          <ac:chgData name="SUYASH NEMA" userId="S::n.suyash@iitg.ac.in::a623f84b-7613-4ff9-9bb8-7641f5034ed1" providerId="AD" clId="Web-{8B18CE37-DA04-4ADE-A9ED-241628F3ED99}" dt="2023-05-06T04:50:40.401" v="3"/>
          <ac:picMkLst>
            <pc:docMk/>
            <pc:sldMk cId="0" sldId="1101"/>
            <ac:picMk id="54275" creationId="{827D511C-1188-448F-A0C2-5B331CAA22E9}"/>
          </ac:picMkLst>
        </pc:picChg>
      </pc:sldChg>
      <pc:sldChg chg="new">
        <pc:chgData name="SUYASH NEMA" userId="S::n.suyash@iitg.ac.in::a623f84b-7613-4ff9-9bb8-7641f5034ed1" providerId="AD" clId="Web-{8B18CE37-DA04-4ADE-A9ED-241628F3ED99}" dt="2023-05-06T04:13:00.778" v="0"/>
        <pc:sldMkLst>
          <pc:docMk/>
          <pc:sldMk cId="2997251232" sldId="1146"/>
        </pc:sldMkLst>
      </pc:sldChg>
    </pc:docChg>
  </pc:docChgLst>
  <pc:docChgLst>
    <pc:chgData name="KOTHA HITESH" userId="S::h.kotha@iitg.ac.in::2f70872a-2b64-4adc-a4b2-3227fd3dde86" providerId="AD" clId="Web-{92833D61-231C-4D9B-90BC-EA28BDF57B84}"/>
    <pc:docChg chg="modSld">
      <pc:chgData name="KOTHA HITESH" userId="S::h.kotha@iitg.ac.in::2f70872a-2b64-4adc-a4b2-3227fd3dde86" providerId="AD" clId="Web-{92833D61-231C-4D9B-90BC-EA28BDF57B84}" dt="2023-04-30T12:58:31.779" v="0" actId="1076"/>
      <pc:docMkLst>
        <pc:docMk/>
      </pc:docMkLst>
      <pc:sldChg chg="modSp">
        <pc:chgData name="KOTHA HITESH" userId="S::h.kotha@iitg.ac.in::2f70872a-2b64-4adc-a4b2-3227fd3dde86" providerId="AD" clId="Web-{92833D61-231C-4D9B-90BC-EA28BDF57B84}" dt="2023-04-30T12:58:31.779" v="0" actId="1076"/>
        <pc:sldMkLst>
          <pc:docMk/>
          <pc:sldMk cId="0" sldId="1084"/>
        </pc:sldMkLst>
        <pc:picChg chg="mod">
          <ac:chgData name="KOTHA HITESH" userId="S::h.kotha@iitg.ac.in::2f70872a-2b64-4adc-a4b2-3227fd3dde86" providerId="AD" clId="Web-{92833D61-231C-4D9B-90BC-EA28BDF57B84}" dt="2023-04-30T12:58:31.779" v="0" actId="1076"/>
          <ac:picMkLst>
            <pc:docMk/>
            <pc:sldMk cId="0" sldId="1084"/>
            <ac:picMk id="41987" creationId="{F2BC66F2-489D-4188-A63A-E0F1595F379C}"/>
          </ac:picMkLst>
        </pc:picChg>
      </pc:sldChg>
    </pc:docChg>
  </pc:docChgLst>
  <pc:docChgLst>
    <pc:chgData name="SANTANU BARIK" userId="S::b.santanu@iitg.ac.in::e041325e-8534-4235-9066-765cfdd03dd1" providerId="AD" clId="Web-{42A3DA94-B01A-411D-92EC-A24B763D80C2}"/>
    <pc:docChg chg="modSld">
      <pc:chgData name="SANTANU BARIK" userId="S::b.santanu@iitg.ac.in::e041325e-8534-4235-9066-765cfdd03dd1" providerId="AD" clId="Web-{42A3DA94-B01A-411D-92EC-A24B763D80C2}" dt="2023-05-05T12:43:54.496" v="4" actId="1076"/>
      <pc:docMkLst>
        <pc:docMk/>
      </pc:docMkLst>
      <pc:sldChg chg="modSp">
        <pc:chgData name="SANTANU BARIK" userId="S::b.santanu@iitg.ac.in::e041325e-8534-4235-9066-765cfdd03dd1" providerId="AD" clId="Web-{42A3DA94-B01A-411D-92EC-A24B763D80C2}" dt="2023-05-05T08:57:10.906" v="2" actId="14100"/>
        <pc:sldMkLst>
          <pc:docMk/>
          <pc:sldMk cId="0" sldId="1086"/>
        </pc:sldMkLst>
        <pc:spChg chg="mod">
          <ac:chgData name="SANTANU BARIK" userId="S::b.santanu@iitg.ac.in::e041325e-8534-4235-9066-765cfdd03dd1" providerId="AD" clId="Web-{42A3DA94-B01A-411D-92EC-A24B763D80C2}" dt="2023-05-05T08:57:10.906" v="2" actId="14100"/>
          <ac:spMkLst>
            <pc:docMk/>
            <pc:sldMk cId="0" sldId="1086"/>
            <ac:spMk id="43021" creationId="{52BE2B10-4684-4D18-B73B-3E55CF0B3146}"/>
          </ac:spMkLst>
        </pc:spChg>
        <pc:grpChg chg="mod">
          <ac:chgData name="SANTANU BARIK" userId="S::b.santanu@iitg.ac.in::e041325e-8534-4235-9066-765cfdd03dd1" providerId="AD" clId="Web-{42A3DA94-B01A-411D-92EC-A24B763D80C2}" dt="2023-05-05T08:56:20.983" v="0" actId="1076"/>
          <ac:grpSpMkLst>
            <pc:docMk/>
            <pc:sldMk cId="0" sldId="1086"/>
            <ac:grpSpMk id="20493" creationId="{7D2B1205-02B0-46B5-9D42-BEFE28B367FC}"/>
          </ac:grpSpMkLst>
        </pc:grpChg>
        <pc:graphicFrameChg chg="mod">
          <ac:chgData name="SANTANU BARIK" userId="S::b.santanu@iitg.ac.in::e041325e-8534-4235-9066-765cfdd03dd1" providerId="AD" clId="Web-{42A3DA94-B01A-411D-92EC-A24B763D80C2}" dt="2023-05-05T08:56:40.952" v="1" actId="1076"/>
          <ac:graphicFrameMkLst>
            <pc:docMk/>
            <pc:sldMk cId="0" sldId="1086"/>
            <ac:graphicFrameMk id="43022" creationId="{CA72A42F-EA5F-4448-8422-F59D3ECB280F}"/>
          </ac:graphicFrameMkLst>
        </pc:graphicFrameChg>
      </pc:sldChg>
      <pc:sldChg chg="modSp">
        <pc:chgData name="SANTANU BARIK" userId="S::b.santanu@iitg.ac.in::e041325e-8534-4235-9066-765cfdd03dd1" providerId="AD" clId="Web-{42A3DA94-B01A-411D-92EC-A24B763D80C2}" dt="2023-05-05T12:43:54.496" v="4" actId="1076"/>
        <pc:sldMkLst>
          <pc:docMk/>
          <pc:sldMk cId="2693224323" sldId="1128"/>
        </pc:sldMkLst>
        <pc:picChg chg="mod">
          <ac:chgData name="SANTANU BARIK" userId="S::b.santanu@iitg.ac.in::e041325e-8534-4235-9066-765cfdd03dd1" providerId="AD" clId="Web-{42A3DA94-B01A-411D-92EC-A24B763D80C2}" dt="2023-05-05T12:43:54.496" v="4" actId="1076"/>
          <ac:picMkLst>
            <pc:docMk/>
            <pc:sldMk cId="2693224323" sldId="1128"/>
            <ac:picMk id="46084" creationId="{FAF12034-E715-4388-901F-A4D4D5BB946C}"/>
          </ac:picMkLst>
        </pc:picChg>
      </pc:sldChg>
    </pc:docChg>
  </pc:docChgLst>
  <pc:docChgLst>
    <pc:chgData name="ANANTH KRISHNA V" userId="S::v.ananth@iitg.ac.in::3453b7d9-fe2c-4e92-8cf4-0ba4c6f49e57" providerId="AD" clId="Web-{076EAF3B-FA68-47F3-86E5-D786B38C9FC9}"/>
    <pc:docChg chg="modSld">
      <pc:chgData name="ANANTH KRISHNA V" userId="S::v.ananth@iitg.ac.in::3453b7d9-fe2c-4e92-8cf4-0ba4c6f49e57" providerId="AD" clId="Web-{076EAF3B-FA68-47F3-86E5-D786B38C9FC9}" dt="2023-05-06T04:42:41.784" v="0" actId="1076"/>
      <pc:docMkLst>
        <pc:docMk/>
      </pc:docMkLst>
      <pc:sldChg chg="modSp">
        <pc:chgData name="ANANTH KRISHNA V" userId="S::v.ananth@iitg.ac.in::3453b7d9-fe2c-4e92-8cf4-0ba4c6f49e57" providerId="AD" clId="Web-{076EAF3B-FA68-47F3-86E5-D786B38C9FC9}" dt="2023-05-06T04:42:41.784" v="0" actId="1076"/>
        <pc:sldMkLst>
          <pc:docMk/>
          <pc:sldMk cId="0" sldId="1101"/>
        </pc:sldMkLst>
        <pc:picChg chg="mod">
          <ac:chgData name="ANANTH KRISHNA V" userId="S::v.ananth@iitg.ac.in::3453b7d9-fe2c-4e92-8cf4-0ba4c6f49e57" providerId="AD" clId="Web-{076EAF3B-FA68-47F3-86E5-D786B38C9FC9}" dt="2023-05-06T04:42:41.784" v="0" actId="1076"/>
          <ac:picMkLst>
            <pc:docMk/>
            <pc:sldMk cId="0" sldId="1101"/>
            <ac:picMk id="54275" creationId="{827D511C-1188-448F-A0C2-5B331CAA22E9}"/>
          </ac:picMkLst>
        </pc:picChg>
      </pc:sldChg>
    </pc:docChg>
  </pc:docChgLst>
  <pc:docChgLst>
    <pc:chgData name="PANKAJ CHAUHAN" userId="S::pankaj.chauhan@iitg.ac.in::aa20edd6-c6a8-4421-8d61-15b3b0466560" providerId="AD" clId="Web-{16C52FA6-0FAA-2D10-EC70-EBFFC6D0BA7F}"/>
    <pc:docChg chg="modSld">
      <pc:chgData name="PANKAJ CHAUHAN" userId="S::pankaj.chauhan@iitg.ac.in::aa20edd6-c6a8-4421-8d61-15b3b0466560" providerId="AD" clId="Web-{16C52FA6-0FAA-2D10-EC70-EBFFC6D0BA7F}" dt="2024-02-22T09:09:51.436" v="1" actId="1076"/>
      <pc:docMkLst>
        <pc:docMk/>
      </pc:docMkLst>
      <pc:sldChg chg="modSp">
        <pc:chgData name="PANKAJ CHAUHAN" userId="S::pankaj.chauhan@iitg.ac.in::aa20edd6-c6a8-4421-8d61-15b3b0466560" providerId="AD" clId="Web-{16C52FA6-0FAA-2D10-EC70-EBFFC6D0BA7F}" dt="2024-02-22T09:09:51.436" v="1" actId="1076"/>
        <pc:sldMkLst>
          <pc:docMk/>
          <pc:sldMk cId="2043736745" sldId="1132"/>
        </pc:sldMkLst>
        <pc:picChg chg="mod">
          <ac:chgData name="PANKAJ CHAUHAN" userId="S::pankaj.chauhan@iitg.ac.in::aa20edd6-c6a8-4421-8d61-15b3b0466560" providerId="AD" clId="Web-{16C52FA6-0FAA-2D10-EC70-EBFFC6D0BA7F}" dt="2024-02-22T09:09:51.436" v="1" actId="1076"/>
          <ac:picMkLst>
            <pc:docMk/>
            <pc:sldMk cId="2043736745" sldId="1132"/>
            <ac:picMk id="46084" creationId="{00000000-0000-0000-0000-000000000000}"/>
          </ac:picMkLst>
        </pc:picChg>
      </pc:sldChg>
    </pc:docChg>
  </pc:docChgLst>
  <pc:docChgLst>
    <pc:chgData name="KUNAL VALMIK MAHALE" userId="S::k.mahale@iitg.ac.in::e6449047-0a93-4c15-82a0-646a51d281c6" providerId="AD" clId="Web-{CE4D2632-8C44-42A2-88CC-23D726A62622}"/>
    <pc:docChg chg="modSld">
      <pc:chgData name="KUNAL VALMIK MAHALE" userId="S::k.mahale@iitg.ac.in::e6449047-0a93-4c15-82a0-646a51d281c6" providerId="AD" clId="Web-{CE4D2632-8C44-42A2-88CC-23D726A62622}" dt="2023-05-03T09:36:30.361" v="4"/>
      <pc:docMkLst>
        <pc:docMk/>
      </pc:docMkLst>
      <pc:sldChg chg="addSp delSp modSp">
        <pc:chgData name="KUNAL VALMIK MAHALE" userId="S::k.mahale@iitg.ac.in::e6449047-0a93-4c15-82a0-646a51d281c6" providerId="AD" clId="Web-{CE4D2632-8C44-42A2-88CC-23D726A62622}" dt="2023-05-03T09:36:30.361" v="4"/>
        <pc:sldMkLst>
          <pc:docMk/>
          <pc:sldMk cId="0" sldId="1083"/>
        </pc:sldMkLst>
        <pc:picChg chg="add del mod">
          <ac:chgData name="KUNAL VALMIK MAHALE" userId="S::k.mahale@iitg.ac.in::e6449047-0a93-4c15-82a0-646a51d281c6" providerId="AD" clId="Web-{CE4D2632-8C44-42A2-88CC-23D726A62622}" dt="2023-05-03T09:36:30.361" v="4"/>
          <ac:picMkLst>
            <pc:docMk/>
            <pc:sldMk cId="0" sldId="1083"/>
            <ac:picMk id="40963" creationId="{C342523A-4631-4F27-B02E-EBD60CC0CC03}"/>
          </ac:picMkLst>
        </pc:picChg>
      </pc:sldChg>
    </pc:docChg>
  </pc:docChgLst>
  <pc:docChgLst>
    <pc:chgData name="BIBHUTI BHUSAN PANDA" userId="S::b.panda@iitg.ac.in::cd6c90d0-15cf-4f04-9aba-9d61d2853ba6" providerId="AD" clId="Web-{10DA2AA0-989D-4358-A24E-084738FC342D}"/>
    <pc:docChg chg="modSld">
      <pc:chgData name="BIBHUTI BHUSAN PANDA" userId="S::b.panda@iitg.ac.in::cd6c90d0-15cf-4f04-9aba-9d61d2853ba6" providerId="AD" clId="Web-{10DA2AA0-989D-4358-A24E-084738FC342D}" dt="2023-05-06T06:05:00.339" v="1" actId="1076"/>
      <pc:docMkLst>
        <pc:docMk/>
      </pc:docMkLst>
      <pc:sldChg chg="modSp">
        <pc:chgData name="BIBHUTI BHUSAN PANDA" userId="S::b.panda@iitg.ac.in::cd6c90d0-15cf-4f04-9aba-9d61d2853ba6" providerId="AD" clId="Web-{10DA2AA0-989D-4358-A24E-084738FC342D}" dt="2023-05-06T06:05:00.339" v="1" actId="1076"/>
        <pc:sldMkLst>
          <pc:docMk/>
          <pc:sldMk cId="3330572744" sldId="256"/>
        </pc:sldMkLst>
        <pc:picChg chg="mod">
          <ac:chgData name="BIBHUTI BHUSAN PANDA" userId="S::b.panda@iitg.ac.in::cd6c90d0-15cf-4f04-9aba-9d61d2853ba6" providerId="AD" clId="Web-{10DA2AA0-989D-4358-A24E-084738FC342D}" dt="2023-05-06T06:05:00.339" v="1" actId="1076"/>
          <ac:picMkLst>
            <pc:docMk/>
            <pc:sldMk cId="3330572744" sldId="256"/>
            <ac:picMk id="5" creationId="{00000000-0000-0000-0000-000000000000}"/>
          </ac:picMkLst>
        </pc:picChg>
      </pc:sldChg>
    </pc:docChg>
  </pc:docChgLst>
  <pc:docChgLst>
    <pc:chgData name="SARVESH RAMESH MORE" userId="S::s.more@iitg.ac.in::0be7d288-d833-45ad-8db8-4d07baad5b9a" providerId="AD" clId="Web-{03462F23-34DA-0217-C44E-723AB488555A}"/>
    <pc:docChg chg="modSld">
      <pc:chgData name="SARVESH RAMESH MORE" userId="S::s.more@iitg.ac.in::0be7d288-d833-45ad-8db8-4d07baad5b9a" providerId="AD" clId="Web-{03462F23-34DA-0217-C44E-723AB488555A}" dt="2023-05-05T14:10:23.178" v="2" actId="1076"/>
      <pc:docMkLst>
        <pc:docMk/>
      </pc:docMkLst>
      <pc:sldChg chg="modSp">
        <pc:chgData name="SARVESH RAMESH MORE" userId="S::s.more@iitg.ac.in::0be7d288-d833-45ad-8db8-4d07baad5b9a" providerId="AD" clId="Web-{03462F23-34DA-0217-C44E-723AB488555A}" dt="2023-05-05T14:01:21.317" v="1" actId="1076"/>
        <pc:sldMkLst>
          <pc:docMk/>
          <pc:sldMk cId="0" sldId="1078"/>
        </pc:sldMkLst>
        <pc:picChg chg="mod">
          <ac:chgData name="SARVESH RAMESH MORE" userId="S::s.more@iitg.ac.in::0be7d288-d833-45ad-8db8-4d07baad5b9a" providerId="AD" clId="Web-{03462F23-34DA-0217-C44E-723AB488555A}" dt="2023-05-05T14:01:21.317" v="1" actId="1076"/>
          <ac:picMkLst>
            <pc:docMk/>
            <pc:sldMk cId="0" sldId="1078"/>
            <ac:picMk id="35843" creationId="{2E5B53BA-0648-4A90-861C-AE08286DACC9}"/>
          </ac:picMkLst>
        </pc:picChg>
      </pc:sldChg>
      <pc:sldChg chg="modSp">
        <pc:chgData name="SARVESH RAMESH MORE" userId="S::s.more@iitg.ac.in::0be7d288-d833-45ad-8db8-4d07baad5b9a" providerId="AD" clId="Web-{03462F23-34DA-0217-C44E-723AB488555A}" dt="2023-05-05T14:10:23.178" v="2" actId="1076"/>
        <pc:sldMkLst>
          <pc:docMk/>
          <pc:sldMk cId="1938520054" sldId="1111"/>
        </pc:sldMkLst>
        <pc:cxnChg chg="mod">
          <ac:chgData name="SARVESH RAMESH MORE" userId="S::s.more@iitg.ac.in::0be7d288-d833-45ad-8db8-4d07baad5b9a" providerId="AD" clId="Web-{03462F23-34DA-0217-C44E-723AB488555A}" dt="2023-05-05T14:10:23.178" v="2" actId="1076"/>
          <ac:cxnSpMkLst>
            <pc:docMk/>
            <pc:sldMk cId="1938520054" sldId="1111"/>
            <ac:cxnSpMk id="8" creationId="{8AF97B2C-1A56-4896-BE42-7BE364CEEEB4}"/>
          </ac:cxnSpMkLst>
        </pc:cxnChg>
      </pc:sldChg>
    </pc:docChg>
  </pc:docChgLst>
  <pc:docChgLst>
    <pc:chgData name="YASHVARDHAN HARSH KANT" userId="S::k.yashvardhan@iitg.ac.in::b7a0325b-a3ac-4f3e-bd14-b92487886190" providerId="AD" clId="Web-{E3F8845E-83CE-4D90-6E25-9DD9825C13CD}"/>
    <pc:docChg chg="modSld">
      <pc:chgData name="YASHVARDHAN HARSH KANT" userId="S::k.yashvardhan@iitg.ac.in::b7a0325b-a3ac-4f3e-bd14-b92487886190" providerId="AD" clId="Web-{E3F8845E-83CE-4D90-6E25-9DD9825C13CD}" dt="2024-02-22T07:31:02.578" v="0" actId="1076"/>
      <pc:docMkLst>
        <pc:docMk/>
      </pc:docMkLst>
      <pc:sldChg chg="modSp">
        <pc:chgData name="YASHVARDHAN HARSH KANT" userId="S::k.yashvardhan@iitg.ac.in::b7a0325b-a3ac-4f3e-bd14-b92487886190" providerId="AD" clId="Web-{E3F8845E-83CE-4D90-6E25-9DD9825C13CD}" dt="2024-02-22T07:31:02.578" v="0" actId="1076"/>
        <pc:sldMkLst>
          <pc:docMk/>
          <pc:sldMk cId="3330572744" sldId="256"/>
        </pc:sldMkLst>
        <pc:picChg chg="mod">
          <ac:chgData name="YASHVARDHAN HARSH KANT" userId="S::k.yashvardhan@iitg.ac.in::b7a0325b-a3ac-4f3e-bd14-b92487886190" providerId="AD" clId="Web-{E3F8845E-83CE-4D90-6E25-9DD9825C13CD}" dt="2024-02-22T07:31:02.578" v="0" actId="1076"/>
          <ac:picMkLst>
            <pc:docMk/>
            <pc:sldMk cId="3330572744" sldId="256"/>
            <ac:picMk id="5" creationId="{00000000-0000-0000-0000-000000000000}"/>
          </ac:picMkLst>
        </pc:picChg>
      </pc:sldChg>
    </pc:docChg>
  </pc:docChgLst>
  <pc:docChgLst>
    <pc:chgData name="KUNAL VALMIK MAHALE" userId="S::k.mahale@iitg.ac.in::e6449047-0a93-4c15-82a0-646a51d281c6" providerId="AD" clId="Web-{ACB463B3-1A34-4946-B11D-08D9895A6807}"/>
    <pc:docChg chg="modSld">
      <pc:chgData name="KUNAL VALMIK MAHALE" userId="S::k.mahale@iitg.ac.in::e6449047-0a93-4c15-82a0-646a51d281c6" providerId="AD" clId="Web-{ACB463B3-1A34-4946-B11D-08D9895A6807}" dt="2023-05-05T10:18:04.930" v="1"/>
      <pc:docMkLst>
        <pc:docMk/>
      </pc:docMkLst>
      <pc:sldChg chg="addSp delSp">
        <pc:chgData name="KUNAL VALMIK MAHALE" userId="S::k.mahale@iitg.ac.in::e6449047-0a93-4c15-82a0-646a51d281c6" providerId="AD" clId="Web-{ACB463B3-1A34-4946-B11D-08D9895A6807}" dt="2023-05-05T10:18:04.930" v="1"/>
        <pc:sldMkLst>
          <pc:docMk/>
          <pc:sldMk cId="0" sldId="1086"/>
        </pc:sldMkLst>
        <pc:picChg chg="add del">
          <ac:chgData name="KUNAL VALMIK MAHALE" userId="S::k.mahale@iitg.ac.in::e6449047-0a93-4c15-82a0-646a51d281c6" providerId="AD" clId="Web-{ACB463B3-1A34-4946-B11D-08D9895A6807}" dt="2023-05-05T10:18:04.930" v="1"/>
          <ac:picMkLst>
            <pc:docMk/>
            <pc:sldMk cId="0" sldId="1086"/>
            <ac:picMk id="43012" creationId="{BDA0D15E-F9E7-4AEF-BC95-50C2F30631F7}"/>
          </ac:picMkLst>
        </pc:picChg>
      </pc:sldChg>
    </pc:docChg>
  </pc:docChgLst>
  <pc:docChgLst>
    <pc:chgData name="SANDESH JOGDANDE" userId="S::j.sandesh@iitg.ac.in::26b81cbc-56e8-474c-bba9-58ac7eadc0b2" providerId="AD" clId="Web-{2C6F0157-1B02-4A5B-9C12-0E4C333F6077}"/>
    <pc:docChg chg="modSld">
      <pc:chgData name="SANDESH JOGDANDE" userId="S::j.sandesh@iitg.ac.in::26b81cbc-56e8-474c-bba9-58ac7eadc0b2" providerId="AD" clId="Web-{2C6F0157-1B02-4A5B-9C12-0E4C333F6077}" dt="2023-04-30T07:39:10.389" v="4" actId="1076"/>
      <pc:docMkLst>
        <pc:docMk/>
      </pc:docMkLst>
      <pc:sldChg chg="modSp">
        <pc:chgData name="SANDESH JOGDANDE" userId="S::j.sandesh@iitg.ac.in::26b81cbc-56e8-474c-bba9-58ac7eadc0b2" providerId="AD" clId="Web-{2C6F0157-1B02-4A5B-9C12-0E4C333F6077}" dt="2023-04-30T07:38:21.324" v="0" actId="14100"/>
        <pc:sldMkLst>
          <pc:docMk/>
          <pc:sldMk cId="0" sldId="1079"/>
        </pc:sldMkLst>
        <pc:picChg chg="mod">
          <ac:chgData name="SANDESH JOGDANDE" userId="S::j.sandesh@iitg.ac.in::26b81cbc-56e8-474c-bba9-58ac7eadc0b2" providerId="AD" clId="Web-{2C6F0157-1B02-4A5B-9C12-0E4C333F6077}" dt="2023-04-30T07:38:21.324" v="0" actId="14100"/>
          <ac:picMkLst>
            <pc:docMk/>
            <pc:sldMk cId="0" sldId="1079"/>
            <ac:picMk id="36867" creationId="{6F06CCD7-05C0-47E1-BCE4-9B49C3153B6D}"/>
          </ac:picMkLst>
        </pc:picChg>
      </pc:sldChg>
      <pc:sldChg chg="modSp">
        <pc:chgData name="SANDESH JOGDANDE" userId="S::j.sandesh@iitg.ac.in::26b81cbc-56e8-474c-bba9-58ac7eadc0b2" providerId="AD" clId="Web-{2C6F0157-1B02-4A5B-9C12-0E4C333F6077}" dt="2023-04-30T07:39:10.389" v="4" actId="1076"/>
        <pc:sldMkLst>
          <pc:docMk/>
          <pc:sldMk cId="0" sldId="1080"/>
        </pc:sldMkLst>
        <pc:spChg chg="mod">
          <ac:chgData name="SANDESH JOGDANDE" userId="S::j.sandesh@iitg.ac.in::26b81cbc-56e8-474c-bba9-58ac7eadc0b2" providerId="AD" clId="Web-{2C6F0157-1B02-4A5B-9C12-0E4C333F6077}" dt="2023-04-30T07:38:55.435" v="2" actId="1076"/>
          <ac:spMkLst>
            <pc:docMk/>
            <pc:sldMk cId="0" sldId="1080"/>
            <ac:spMk id="6" creationId="{00000000-0000-0000-0000-000000000000}"/>
          </ac:spMkLst>
        </pc:spChg>
        <pc:picChg chg="mod">
          <ac:chgData name="SANDESH JOGDANDE" userId="S::j.sandesh@iitg.ac.in::26b81cbc-56e8-474c-bba9-58ac7eadc0b2" providerId="AD" clId="Web-{2C6F0157-1B02-4A5B-9C12-0E4C333F6077}" dt="2023-04-30T07:39:01.701" v="3" actId="1076"/>
          <ac:picMkLst>
            <pc:docMk/>
            <pc:sldMk cId="0" sldId="1080"/>
            <ac:picMk id="37891" creationId="{35028FC0-0C6C-4B46-AAE3-C43C3E6AADAE}"/>
          </ac:picMkLst>
        </pc:picChg>
        <pc:cxnChg chg="mod">
          <ac:chgData name="SANDESH JOGDANDE" userId="S::j.sandesh@iitg.ac.in::26b81cbc-56e8-474c-bba9-58ac7eadc0b2" providerId="AD" clId="Web-{2C6F0157-1B02-4A5B-9C12-0E4C333F6077}" dt="2023-04-30T07:39:10.389" v="4" actId="1076"/>
          <ac:cxnSpMkLst>
            <pc:docMk/>
            <pc:sldMk cId="0" sldId="1080"/>
            <ac:cxnSpMk id="5" creationId="{BD64CCD1-715D-4682-8951-70666DC0EE3B}"/>
          </ac:cxnSpMkLst>
        </pc:cxnChg>
      </pc:sldChg>
    </pc:docChg>
  </pc:docChgLst>
  <pc:docChgLst>
    <pc:chgData name="ALLENKI REVANTH" userId="S::r.allenki@iitg.ac.in::3a83c7f6-3fcf-483f-ad74-cd3e434e329d" providerId="AD" clId="Web-{3775A988-9CBB-4A2D-BA35-DF8B2E04A91B}"/>
    <pc:docChg chg="addSld delSld modSld">
      <pc:chgData name="ALLENKI REVANTH" userId="S::r.allenki@iitg.ac.in::3a83c7f6-3fcf-483f-ad74-cd3e434e329d" providerId="AD" clId="Web-{3775A988-9CBB-4A2D-BA35-DF8B2E04A91B}" dt="2023-05-05T13:35:55.006" v="10" actId="1076"/>
      <pc:docMkLst>
        <pc:docMk/>
      </pc:docMkLst>
      <pc:sldChg chg="modSp">
        <pc:chgData name="ALLENKI REVANTH" userId="S::r.allenki@iitg.ac.in::3a83c7f6-3fcf-483f-ad74-cd3e434e329d" providerId="AD" clId="Web-{3775A988-9CBB-4A2D-BA35-DF8B2E04A91B}" dt="2023-05-05T13:35:55.006" v="10" actId="1076"/>
        <pc:sldMkLst>
          <pc:docMk/>
          <pc:sldMk cId="1354287677" sldId="1127"/>
        </pc:sldMkLst>
        <pc:spChg chg="mod">
          <ac:chgData name="ALLENKI REVANTH" userId="S::r.allenki@iitg.ac.in::3a83c7f6-3fcf-483f-ad74-cd3e434e329d" providerId="AD" clId="Web-{3775A988-9CBB-4A2D-BA35-DF8B2E04A91B}" dt="2023-05-05T13:35:55.006" v="10" actId="1076"/>
          <ac:spMkLst>
            <pc:docMk/>
            <pc:sldMk cId="1354287677" sldId="1127"/>
            <ac:spMk id="2" creationId="{00000000-0000-0000-0000-000000000000}"/>
          </ac:spMkLst>
        </pc:spChg>
      </pc:sldChg>
      <pc:sldChg chg="add del replId">
        <pc:chgData name="ALLENKI REVANTH" userId="S::r.allenki@iitg.ac.in::3a83c7f6-3fcf-483f-ad74-cd3e434e329d" providerId="AD" clId="Web-{3775A988-9CBB-4A2D-BA35-DF8B2E04A91B}" dt="2023-05-05T13:35:53.585" v="9"/>
        <pc:sldMkLst>
          <pc:docMk/>
          <pc:sldMk cId="4118817744" sldId="1146"/>
        </pc:sldMkLst>
      </pc:sldChg>
    </pc:docChg>
  </pc:docChgLst>
  <pc:docChgLst>
    <pc:chgData name="TARUN KUMAR CHAUDHARY" userId="S::t.chaudhary@iitg.ac.in::5bf67f26-3501-4571-a750-79bcd16d3fa3" providerId="AD" clId="Web-{16B1DCE7-8B2D-47C2-BFC5-51656DEE6A94}"/>
    <pc:docChg chg="addSld delSld">
      <pc:chgData name="TARUN KUMAR CHAUDHARY" userId="S::t.chaudhary@iitg.ac.in::5bf67f26-3501-4571-a750-79bcd16d3fa3" providerId="AD" clId="Web-{16B1DCE7-8B2D-47C2-BFC5-51656DEE6A94}" dt="2023-05-05T18:39:27.810" v="1"/>
      <pc:docMkLst>
        <pc:docMk/>
      </pc:docMkLst>
      <pc:sldChg chg="new del">
        <pc:chgData name="TARUN KUMAR CHAUDHARY" userId="S::t.chaudhary@iitg.ac.in::5bf67f26-3501-4571-a750-79bcd16d3fa3" providerId="AD" clId="Web-{16B1DCE7-8B2D-47C2-BFC5-51656DEE6A94}" dt="2023-05-05T18:39:27.810" v="1"/>
        <pc:sldMkLst>
          <pc:docMk/>
          <pc:sldMk cId="1885739758" sldId="1146"/>
        </pc:sldMkLst>
      </pc:sldChg>
    </pc:docChg>
  </pc:docChgLst>
  <pc:docChgLst>
    <pc:chgData name="RAJAT GUPTA" userId="S::rajat.gupta@iitg.ac.in::5de43662-b1f4-47ba-8d2e-71335ec96ee5" providerId="AD" clId="Web-{5BCFA7D3-8329-42AC-BE32-11B2EBE1EADD}"/>
    <pc:docChg chg="modSld">
      <pc:chgData name="RAJAT GUPTA" userId="S::rajat.gupta@iitg.ac.in::5de43662-b1f4-47ba-8d2e-71335ec96ee5" providerId="AD" clId="Web-{5BCFA7D3-8329-42AC-BE32-11B2EBE1EADD}" dt="2023-05-05T08:38:40.013" v="6" actId="1076"/>
      <pc:docMkLst>
        <pc:docMk/>
      </pc:docMkLst>
      <pc:sldChg chg="modSp">
        <pc:chgData name="RAJAT GUPTA" userId="S::rajat.gupta@iitg.ac.in::5de43662-b1f4-47ba-8d2e-71335ec96ee5" providerId="AD" clId="Web-{5BCFA7D3-8329-42AC-BE32-11B2EBE1EADD}" dt="2023-05-05T08:38:40.013" v="6" actId="1076"/>
        <pc:sldMkLst>
          <pc:docMk/>
          <pc:sldMk cId="0" sldId="1092"/>
        </pc:sldMkLst>
        <pc:picChg chg="mod">
          <ac:chgData name="RAJAT GUPTA" userId="S::rajat.gupta@iitg.ac.in::5de43662-b1f4-47ba-8d2e-71335ec96ee5" providerId="AD" clId="Web-{5BCFA7D3-8329-42AC-BE32-11B2EBE1EADD}" dt="2023-05-05T08:38:40.013" v="6" actId="1076"/>
          <ac:picMkLst>
            <pc:docMk/>
            <pc:sldMk cId="0" sldId="1092"/>
            <ac:picMk id="49156" creationId="{3A4A9915-8648-41B0-A67B-1FCE1B3EABD0}"/>
          </ac:picMkLst>
        </pc:picChg>
      </pc:sldChg>
    </pc:docChg>
  </pc:docChgLst>
  <pc:docChgLst>
    <pc:chgData name="TANVI DOSHI" userId="S::t.doshi@iitg.ac.in::3aa13dd1-826d-4212-89a7-42f3f096c97e" providerId="AD" clId="Web-{23D0E30C-3294-097D-75A2-9055609FC1EB}"/>
    <pc:docChg chg="modSld">
      <pc:chgData name="TANVI DOSHI" userId="S::t.doshi@iitg.ac.in::3aa13dd1-826d-4212-89a7-42f3f096c97e" providerId="AD" clId="Web-{23D0E30C-3294-097D-75A2-9055609FC1EB}" dt="2023-04-30T11:25:57.702" v="1" actId="1076"/>
      <pc:docMkLst>
        <pc:docMk/>
      </pc:docMkLst>
      <pc:sldChg chg="modSp">
        <pc:chgData name="TANVI DOSHI" userId="S::t.doshi@iitg.ac.in::3aa13dd1-826d-4212-89a7-42f3f096c97e" providerId="AD" clId="Web-{23D0E30C-3294-097D-75A2-9055609FC1EB}" dt="2023-04-30T11:25:57.702" v="1" actId="1076"/>
        <pc:sldMkLst>
          <pc:docMk/>
          <pc:sldMk cId="2693224323" sldId="1128"/>
        </pc:sldMkLst>
        <pc:picChg chg="mod">
          <ac:chgData name="TANVI DOSHI" userId="S::t.doshi@iitg.ac.in::3aa13dd1-826d-4212-89a7-42f3f096c97e" providerId="AD" clId="Web-{23D0E30C-3294-097D-75A2-9055609FC1EB}" dt="2023-04-30T11:25:57.702" v="1" actId="1076"/>
          <ac:picMkLst>
            <pc:docMk/>
            <pc:sldMk cId="2693224323" sldId="1128"/>
            <ac:picMk id="46083" creationId="{4F3FFA9E-CA62-4CC0-B1A5-9593A6ECD132}"/>
          </ac:picMkLst>
        </pc:picChg>
      </pc:sldChg>
    </pc:docChg>
  </pc:docChgLst>
  <pc:docChgLst>
    <pc:chgData name="GANDEPALLI DEDEEPYA SAI SRI SANJANA" userId="S::s.gandepalli@iitg.ac.in::9ad620b5-6874-4bca-b0cc-cc8591a58b4e" providerId="AD" clId="Web-{8DE43C47-4C41-4518-889B-67B644192135}"/>
    <pc:docChg chg="modSld">
      <pc:chgData name="GANDEPALLI DEDEEPYA SAI SRI SANJANA" userId="S::s.gandepalli@iitg.ac.in::9ad620b5-6874-4bca-b0cc-cc8591a58b4e" providerId="AD" clId="Web-{8DE43C47-4C41-4518-889B-67B644192135}" dt="2023-05-06T05:56:06.076" v="3" actId="1076"/>
      <pc:docMkLst>
        <pc:docMk/>
      </pc:docMkLst>
      <pc:sldChg chg="modSp">
        <pc:chgData name="GANDEPALLI DEDEEPYA SAI SRI SANJANA" userId="S::s.gandepalli@iitg.ac.in::9ad620b5-6874-4bca-b0cc-cc8591a58b4e" providerId="AD" clId="Web-{8DE43C47-4C41-4518-889B-67B644192135}" dt="2023-05-06T05:56:06.076" v="3" actId="1076"/>
        <pc:sldMkLst>
          <pc:docMk/>
          <pc:sldMk cId="0" sldId="1096"/>
        </pc:sldMkLst>
        <pc:picChg chg="mod">
          <ac:chgData name="GANDEPALLI DEDEEPYA SAI SRI SANJANA" userId="S::s.gandepalli@iitg.ac.in::9ad620b5-6874-4bca-b0cc-cc8591a58b4e" providerId="AD" clId="Web-{8DE43C47-4C41-4518-889B-67B644192135}" dt="2023-05-06T05:56:06.076" v="3" actId="1076"/>
          <ac:picMkLst>
            <pc:docMk/>
            <pc:sldMk cId="0" sldId="1096"/>
            <ac:picMk id="53251" creationId="{F5F23CB4-92B6-4ACD-87F6-BA7B5FECE846}"/>
          </ac:picMkLst>
        </pc:picChg>
      </pc:sldChg>
      <pc:sldChg chg="modSp">
        <pc:chgData name="GANDEPALLI DEDEEPYA SAI SRI SANJANA" userId="S::s.gandepalli@iitg.ac.in::9ad620b5-6874-4bca-b0cc-cc8591a58b4e" providerId="AD" clId="Web-{8DE43C47-4C41-4518-889B-67B644192135}" dt="2023-05-06T05:56:01.264" v="1" actId="1076"/>
        <pc:sldMkLst>
          <pc:docMk/>
          <pc:sldMk cId="0" sldId="1101"/>
        </pc:sldMkLst>
        <pc:picChg chg="mod">
          <ac:chgData name="GANDEPALLI DEDEEPYA SAI SRI SANJANA" userId="S::s.gandepalli@iitg.ac.in::9ad620b5-6874-4bca-b0cc-cc8591a58b4e" providerId="AD" clId="Web-{8DE43C47-4C41-4518-889B-67B644192135}" dt="2023-05-06T05:56:01.264" v="1" actId="1076"/>
          <ac:picMkLst>
            <pc:docMk/>
            <pc:sldMk cId="0" sldId="1101"/>
            <ac:picMk id="54276" creationId="{C6ECB1D6-B1A3-4EF8-9DF9-02497B0F70BC}"/>
          </ac:picMkLst>
        </pc:picChg>
      </pc:sldChg>
      <pc:sldChg chg="modSp">
        <pc:chgData name="GANDEPALLI DEDEEPYA SAI SRI SANJANA" userId="S::s.gandepalli@iitg.ac.in::9ad620b5-6874-4bca-b0cc-cc8591a58b4e" providerId="AD" clId="Web-{8DE43C47-4C41-4518-889B-67B644192135}" dt="2023-05-06T05:55:57.170" v="0" actId="1076"/>
        <pc:sldMkLst>
          <pc:docMk/>
          <pc:sldMk cId="0" sldId="1102"/>
        </pc:sldMkLst>
        <pc:picChg chg="mod">
          <ac:chgData name="GANDEPALLI DEDEEPYA SAI SRI SANJANA" userId="S::s.gandepalli@iitg.ac.in::9ad620b5-6874-4bca-b0cc-cc8591a58b4e" providerId="AD" clId="Web-{8DE43C47-4C41-4518-889B-67B644192135}" dt="2023-05-06T05:55:57.170" v="0" actId="1076"/>
          <ac:picMkLst>
            <pc:docMk/>
            <pc:sldMk cId="0" sldId="1102"/>
            <ac:picMk id="55300" creationId="{546B4B03-3408-4127-B2E0-09F8F07ABDCD}"/>
          </ac:picMkLst>
        </pc:picChg>
      </pc:sldChg>
    </pc:docChg>
  </pc:docChgLst>
  <pc:docChgLst>
    <pc:chgData name="AAYUSH RAMAN" userId="S::a.raman@iitg.ac.in::31102225-6752-4cbc-af6c-5ec4aa9d3c02" providerId="AD" clId="Web-{046DF531-FB37-4CB6-9F5B-24B40729F283}"/>
    <pc:docChg chg="modSld">
      <pc:chgData name="AAYUSH RAMAN" userId="S::a.raman@iitg.ac.in::31102225-6752-4cbc-af6c-5ec4aa9d3c02" providerId="AD" clId="Web-{046DF531-FB37-4CB6-9F5B-24B40729F283}" dt="2023-05-05T05:03:23.060" v="1" actId="1076"/>
      <pc:docMkLst>
        <pc:docMk/>
      </pc:docMkLst>
      <pc:sldChg chg="modSp">
        <pc:chgData name="AAYUSH RAMAN" userId="S::a.raman@iitg.ac.in::31102225-6752-4cbc-af6c-5ec4aa9d3c02" providerId="AD" clId="Web-{046DF531-FB37-4CB6-9F5B-24B40729F283}" dt="2023-05-05T05:03:23.060" v="1" actId="1076"/>
        <pc:sldMkLst>
          <pc:docMk/>
          <pc:sldMk cId="3330572744" sldId="256"/>
        </pc:sldMkLst>
        <pc:picChg chg="mod">
          <ac:chgData name="AAYUSH RAMAN" userId="S::a.raman@iitg.ac.in::31102225-6752-4cbc-af6c-5ec4aa9d3c02" providerId="AD" clId="Web-{046DF531-FB37-4CB6-9F5B-24B40729F283}" dt="2023-05-05T05:03:23.060" v="1" actId="1076"/>
          <ac:picMkLst>
            <pc:docMk/>
            <pc:sldMk cId="3330572744" sldId="256"/>
            <ac:picMk id="5" creationId="{00000000-0000-0000-0000-000000000000}"/>
          </ac:picMkLst>
        </pc:picChg>
      </pc:sldChg>
    </pc:docChg>
  </pc:docChgLst>
  <pc:docChgLst>
    <pc:chgData name="AKASH SHAW" userId="S::a.shaw@iitg.ac.in::85d2eaba-0c52-4c4f-ad22-126ff7fabac6" providerId="AD" clId="Web-{B9A838C5-DFC7-46C7-A05E-3CE4D40B702F}"/>
    <pc:docChg chg="modSld">
      <pc:chgData name="AKASH SHAW" userId="S::a.shaw@iitg.ac.in::85d2eaba-0c52-4c4f-ad22-126ff7fabac6" providerId="AD" clId="Web-{B9A838C5-DFC7-46C7-A05E-3CE4D40B702F}" dt="2023-05-05T07:10:58.368" v="13" actId="1076"/>
      <pc:docMkLst>
        <pc:docMk/>
      </pc:docMkLst>
      <pc:sldChg chg="modSp">
        <pc:chgData name="AKASH SHAW" userId="S::a.shaw@iitg.ac.in::85d2eaba-0c52-4c4f-ad22-126ff7fabac6" providerId="AD" clId="Web-{B9A838C5-DFC7-46C7-A05E-3CE4D40B702F}" dt="2023-05-05T06:43:36.177" v="3" actId="1076"/>
        <pc:sldMkLst>
          <pc:docMk/>
          <pc:sldMk cId="0" sldId="1088"/>
        </pc:sldMkLst>
        <pc:picChg chg="mod">
          <ac:chgData name="AKASH SHAW" userId="S::a.shaw@iitg.ac.in::85d2eaba-0c52-4c4f-ad22-126ff7fabac6" providerId="AD" clId="Web-{B9A838C5-DFC7-46C7-A05E-3CE4D40B702F}" dt="2023-05-05T06:43:36.177" v="3" actId="1076"/>
          <ac:picMkLst>
            <pc:docMk/>
            <pc:sldMk cId="0" sldId="1088"/>
            <ac:picMk id="45062" creationId="{12807A3A-07B8-4D4E-B3FB-E326C84F5955}"/>
          </ac:picMkLst>
        </pc:picChg>
      </pc:sldChg>
      <pc:sldChg chg="modSp">
        <pc:chgData name="AKASH SHAW" userId="S::a.shaw@iitg.ac.in::85d2eaba-0c52-4c4f-ad22-126ff7fabac6" providerId="AD" clId="Web-{B9A838C5-DFC7-46C7-A05E-3CE4D40B702F}" dt="2023-05-05T06:57:53.837" v="4" actId="1076"/>
        <pc:sldMkLst>
          <pc:docMk/>
          <pc:sldMk cId="423374280" sldId="1103"/>
        </pc:sldMkLst>
        <pc:grpChg chg="mod">
          <ac:chgData name="AKASH SHAW" userId="S::a.shaw@iitg.ac.in::85d2eaba-0c52-4c4f-ad22-126ff7fabac6" providerId="AD" clId="Web-{B9A838C5-DFC7-46C7-A05E-3CE4D40B702F}" dt="2023-05-05T06:57:53.837" v="4" actId="1076"/>
          <ac:grpSpMkLst>
            <pc:docMk/>
            <pc:sldMk cId="423374280" sldId="1103"/>
            <ac:grpSpMk id="28685" creationId="{B4512291-25EA-44BB-AFD9-8824EC275B59}"/>
          </ac:grpSpMkLst>
        </pc:grpChg>
      </pc:sldChg>
      <pc:sldChg chg="modSp">
        <pc:chgData name="AKASH SHAW" userId="S::a.shaw@iitg.ac.in::85d2eaba-0c52-4c4f-ad22-126ff7fabac6" providerId="AD" clId="Web-{B9A838C5-DFC7-46C7-A05E-3CE4D40B702F}" dt="2023-05-05T07:07:51.017" v="8" actId="14100"/>
        <pc:sldMkLst>
          <pc:docMk/>
          <pc:sldMk cId="311888815" sldId="1108"/>
        </pc:sldMkLst>
        <pc:picChg chg="mod">
          <ac:chgData name="AKASH SHAW" userId="S::a.shaw@iitg.ac.in::85d2eaba-0c52-4c4f-ad22-126ff7fabac6" providerId="AD" clId="Web-{B9A838C5-DFC7-46C7-A05E-3CE4D40B702F}" dt="2023-05-05T07:07:42.376" v="6" actId="1076"/>
          <ac:picMkLst>
            <pc:docMk/>
            <pc:sldMk cId="311888815" sldId="1108"/>
            <ac:picMk id="63491" creationId="{641EAC10-65BF-4F97-A1D0-C4CCB14766CA}"/>
          </ac:picMkLst>
        </pc:picChg>
        <pc:picChg chg="mod">
          <ac:chgData name="AKASH SHAW" userId="S::a.shaw@iitg.ac.in::85d2eaba-0c52-4c4f-ad22-126ff7fabac6" providerId="AD" clId="Web-{B9A838C5-DFC7-46C7-A05E-3CE4D40B702F}" dt="2023-05-05T07:07:51.017" v="8" actId="14100"/>
          <ac:picMkLst>
            <pc:docMk/>
            <pc:sldMk cId="311888815" sldId="1108"/>
            <ac:picMk id="63493" creationId="{5B772A5C-EE53-415E-95B1-CEFE77839062}"/>
          </ac:picMkLst>
        </pc:picChg>
      </pc:sldChg>
      <pc:sldChg chg="modSp">
        <pc:chgData name="AKASH SHAW" userId="S::a.shaw@iitg.ac.in::85d2eaba-0c52-4c4f-ad22-126ff7fabac6" providerId="AD" clId="Web-{B9A838C5-DFC7-46C7-A05E-3CE4D40B702F}" dt="2023-05-05T07:10:58.368" v="13" actId="1076"/>
        <pc:sldMkLst>
          <pc:docMk/>
          <pc:sldMk cId="1938520054" sldId="1111"/>
        </pc:sldMkLst>
        <pc:picChg chg="mod">
          <ac:chgData name="AKASH SHAW" userId="S::a.shaw@iitg.ac.in::85d2eaba-0c52-4c4f-ad22-126ff7fabac6" providerId="AD" clId="Web-{B9A838C5-DFC7-46C7-A05E-3CE4D40B702F}" dt="2023-05-05T07:10:55.634" v="12" actId="1076"/>
          <ac:picMkLst>
            <pc:docMk/>
            <pc:sldMk cId="1938520054" sldId="1111"/>
            <ac:picMk id="66564" creationId="{3B0A14AD-B855-414A-897F-31F767A9CCA3}"/>
          </ac:picMkLst>
        </pc:picChg>
        <pc:picChg chg="mod">
          <ac:chgData name="AKASH SHAW" userId="S::a.shaw@iitg.ac.in::85d2eaba-0c52-4c4f-ad22-126ff7fabac6" providerId="AD" clId="Web-{B9A838C5-DFC7-46C7-A05E-3CE4D40B702F}" dt="2023-05-05T07:10:58.368" v="13" actId="1076"/>
          <ac:picMkLst>
            <pc:docMk/>
            <pc:sldMk cId="1938520054" sldId="1111"/>
            <ac:picMk id="66565" creationId="{274F15A9-31FE-40D4-B365-07F2CE71E4E6}"/>
          </ac:picMkLst>
        </pc:picChg>
      </pc:sldChg>
      <pc:sldChg chg="modSp">
        <pc:chgData name="AKASH SHAW" userId="S::a.shaw@iitg.ac.in::85d2eaba-0c52-4c4f-ad22-126ff7fabac6" providerId="AD" clId="Web-{B9A838C5-DFC7-46C7-A05E-3CE4D40B702F}" dt="2023-05-05T06:32:13.962" v="0" actId="1076"/>
        <pc:sldMkLst>
          <pc:docMk/>
          <pc:sldMk cId="3871210674" sldId="1140"/>
        </pc:sldMkLst>
        <pc:grpChg chg="mod">
          <ac:chgData name="AKASH SHAW" userId="S::a.shaw@iitg.ac.in::85d2eaba-0c52-4c4f-ad22-126ff7fabac6" providerId="AD" clId="Web-{B9A838C5-DFC7-46C7-A05E-3CE4D40B702F}" dt="2023-05-05T06:32:13.962" v="0" actId="1076"/>
          <ac:grpSpMkLst>
            <pc:docMk/>
            <pc:sldMk cId="3871210674" sldId="1140"/>
            <ac:grpSpMk id="13323" creationId="{00000000-0000-0000-0000-000000000000}"/>
          </ac:grpSpMkLst>
        </pc:grpChg>
      </pc:sldChg>
      <pc:sldChg chg="modSp">
        <pc:chgData name="AKASH SHAW" userId="S::a.shaw@iitg.ac.in::85d2eaba-0c52-4c4f-ad22-126ff7fabac6" providerId="AD" clId="Web-{B9A838C5-DFC7-46C7-A05E-3CE4D40B702F}" dt="2023-05-05T06:37:48.288" v="2" actId="1076"/>
        <pc:sldMkLst>
          <pc:docMk/>
          <pc:sldMk cId="1745675910" sldId="1141"/>
        </pc:sldMkLst>
        <pc:picChg chg="mod">
          <ac:chgData name="AKASH SHAW" userId="S::a.shaw@iitg.ac.in::85d2eaba-0c52-4c4f-ad22-126ff7fabac6" providerId="AD" clId="Web-{B9A838C5-DFC7-46C7-A05E-3CE4D40B702F}" dt="2023-05-05T06:37:48.288" v="2" actId="1076"/>
          <ac:picMkLst>
            <pc:docMk/>
            <pc:sldMk cId="1745675910" sldId="1141"/>
            <ac:picMk id="55298" creationId="{00000000-0000-0000-0000-000000000000}"/>
          </ac:picMkLst>
        </pc:picChg>
      </pc:sldChg>
    </pc:docChg>
  </pc:docChgLst>
  <pc:docChgLst>
    <pc:chgData name="RIGZEN CHOSDON" userId="S::c.rigzen@iitg.ac.in::fcfc3a20-ca3a-4729-99cd-15fa2e5d4c3c" providerId="AD" clId="Web-{A9662BA7-7D29-4F92-BF88-08A26B445C28}"/>
    <pc:docChg chg="modSld">
      <pc:chgData name="RIGZEN CHOSDON" userId="S::c.rigzen@iitg.ac.in::fcfc3a20-ca3a-4729-99cd-15fa2e5d4c3c" providerId="AD" clId="Web-{A9662BA7-7D29-4F92-BF88-08A26B445C28}" dt="2023-05-05T09:46:42.558" v="1" actId="1076"/>
      <pc:docMkLst>
        <pc:docMk/>
      </pc:docMkLst>
      <pc:sldChg chg="modSp">
        <pc:chgData name="RIGZEN CHOSDON" userId="S::c.rigzen@iitg.ac.in::fcfc3a20-ca3a-4729-99cd-15fa2e5d4c3c" providerId="AD" clId="Web-{A9662BA7-7D29-4F92-BF88-08A26B445C28}" dt="2023-05-05T09:46:42.558" v="1" actId="1076"/>
        <pc:sldMkLst>
          <pc:docMk/>
          <pc:sldMk cId="0" sldId="1086"/>
        </pc:sldMkLst>
        <pc:grpChg chg="mod">
          <ac:chgData name="RIGZEN CHOSDON" userId="S::c.rigzen@iitg.ac.in::fcfc3a20-ca3a-4729-99cd-15fa2e5d4c3c" providerId="AD" clId="Web-{A9662BA7-7D29-4F92-BF88-08A26B445C28}" dt="2023-05-05T09:46:38.855" v="0" actId="1076"/>
          <ac:grpSpMkLst>
            <pc:docMk/>
            <pc:sldMk cId="0" sldId="1086"/>
            <ac:grpSpMk id="20493" creationId="{7D2B1205-02B0-46B5-9D42-BEFE28B367FC}"/>
          </ac:grpSpMkLst>
        </pc:grpChg>
        <pc:grpChg chg="mod">
          <ac:chgData name="RIGZEN CHOSDON" userId="S::c.rigzen@iitg.ac.in::fcfc3a20-ca3a-4729-99cd-15fa2e5d4c3c" providerId="AD" clId="Web-{A9662BA7-7D29-4F92-BF88-08A26B445C28}" dt="2023-05-05T09:46:42.558" v="1" actId="1076"/>
          <ac:grpSpMkLst>
            <pc:docMk/>
            <pc:sldMk cId="0" sldId="1086"/>
            <ac:grpSpMk id="43014" creationId="{EF037C3C-9817-47EA-AA29-222B67B5EC9B}"/>
          </ac:grpSpMkLst>
        </pc:grpChg>
      </pc:sldChg>
    </pc:docChg>
  </pc:docChgLst>
  <pc:docChgLst>
    <pc:chgData name="JAHNAVI KUMAR" userId="S::k.jahnavi@iitg.ac.in::8bc6a54e-b60d-4c71-89bf-c3fb92b721bf" providerId="AD" clId="Web-{9C6852D9-9B1A-4267-BB7C-764A7A629061}"/>
    <pc:docChg chg="modSld">
      <pc:chgData name="JAHNAVI KUMAR" userId="S::k.jahnavi@iitg.ac.in::8bc6a54e-b60d-4c71-89bf-c3fb92b721bf" providerId="AD" clId="Web-{9C6852D9-9B1A-4267-BB7C-764A7A629061}" dt="2023-05-02T09:34:55.724" v="2" actId="1076"/>
      <pc:docMkLst>
        <pc:docMk/>
      </pc:docMkLst>
      <pc:sldChg chg="modSp">
        <pc:chgData name="JAHNAVI KUMAR" userId="S::k.jahnavi@iitg.ac.in::8bc6a54e-b60d-4c71-89bf-c3fb92b721bf" providerId="AD" clId="Web-{9C6852D9-9B1A-4267-BB7C-764A7A629061}" dt="2023-05-02T09:06:43.356" v="0" actId="1076"/>
        <pc:sldMkLst>
          <pc:docMk/>
          <pc:sldMk cId="0" sldId="1092"/>
        </pc:sldMkLst>
        <pc:picChg chg="mod">
          <ac:chgData name="JAHNAVI KUMAR" userId="S::k.jahnavi@iitg.ac.in::8bc6a54e-b60d-4c71-89bf-c3fb92b721bf" providerId="AD" clId="Web-{9C6852D9-9B1A-4267-BB7C-764A7A629061}" dt="2023-05-02T09:06:43.356" v="0" actId="1076"/>
          <ac:picMkLst>
            <pc:docMk/>
            <pc:sldMk cId="0" sldId="1092"/>
            <ac:picMk id="49156" creationId="{3A4A9915-8648-41B0-A67B-1FCE1B3EABD0}"/>
          </ac:picMkLst>
        </pc:picChg>
      </pc:sldChg>
      <pc:sldChg chg="modSp">
        <pc:chgData name="JAHNAVI KUMAR" userId="S::k.jahnavi@iitg.ac.in::8bc6a54e-b60d-4c71-89bf-c3fb92b721bf" providerId="AD" clId="Web-{9C6852D9-9B1A-4267-BB7C-764A7A629061}" dt="2023-05-02T09:14:26.847" v="1" actId="1076"/>
        <pc:sldMkLst>
          <pc:docMk/>
          <pc:sldMk cId="0" sldId="1094"/>
        </pc:sldMkLst>
        <pc:picChg chg="mod">
          <ac:chgData name="JAHNAVI KUMAR" userId="S::k.jahnavi@iitg.ac.in::8bc6a54e-b60d-4c71-89bf-c3fb92b721bf" providerId="AD" clId="Web-{9C6852D9-9B1A-4267-BB7C-764A7A629061}" dt="2023-05-02T09:14:26.847" v="1" actId="1076"/>
          <ac:picMkLst>
            <pc:docMk/>
            <pc:sldMk cId="0" sldId="1094"/>
            <ac:picMk id="51203" creationId="{48753A2C-4A5E-46C1-B45D-2E4F50DA400F}"/>
          </ac:picMkLst>
        </pc:picChg>
      </pc:sldChg>
      <pc:sldChg chg="modSp">
        <pc:chgData name="JAHNAVI KUMAR" userId="S::k.jahnavi@iitg.ac.in::8bc6a54e-b60d-4c71-89bf-c3fb92b721bf" providerId="AD" clId="Web-{9C6852D9-9B1A-4267-BB7C-764A7A629061}" dt="2023-05-02T09:34:55.724" v="2" actId="1076"/>
        <pc:sldMkLst>
          <pc:docMk/>
          <pc:sldMk cId="2772546145" sldId="1109"/>
        </pc:sldMkLst>
        <pc:spChg chg="mod">
          <ac:chgData name="JAHNAVI KUMAR" userId="S::k.jahnavi@iitg.ac.in::8bc6a54e-b60d-4c71-89bf-c3fb92b721bf" providerId="AD" clId="Web-{9C6852D9-9B1A-4267-BB7C-764A7A629061}" dt="2023-05-02T09:34:55.724" v="2" actId="1076"/>
          <ac:spMkLst>
            <pc:docMk/>
            <pc:sldMk cId="2772546145" sldId="1109"/>
            <ac:spMk id="64516" creationId="{EA1F3A8B-CEE1-438C-9385-B9BC552330B0}"/>
          </ac:spMkLst>
        </pc:spChg>
      </pc:sldChg>
    </pc:docChg>
  </pc:docChgLst>
  <pc:docChgLst>
    <pc:chgData name="TALARI SYAMA SAMEEKSHA" userId="S::talari@iitg.ac.in::f2fd72ca-e1c5-4654-ba88-2669005ddf34" providerId="AD" clId="Web-{DEA27E68-1031-41EF-821B-9686CB79269B}"/>
    <pc:docChg chg="modSld">
      <pc:chgData name="TALARI SYAMA SAMEEKSHA" userId="S::talari@iitg.ac.in::f2fd72ca-e1c5-4654-ba88-2669005ddf34" providerId="AD" clId="Web-{DEA27E68-1031-41EF-821B-9686CB79269B}" dt="2023-05-05T11:43:37.738" v="1" actId="1076"/>
      <pc:docMkLst>
        <pc:docMk/>
      </pc:docMkLst>
      <pc:sldChg chg="modSp">
        <pc:chgData name="TALARI SYAMA SAMEEKSHA" userId="S::talari@iitg.ac.in::f2fd72ca-e1c5-4654-ba88-2669005ddf34" providerId="AD" clId="Web-{DEA27E68-1031-41EF-821B-9686CB79269B}" dt="2023-05-05T11:43:37.738" v="1" actId="1076"/>
        <pc:sldMkLst>
          <pc:docMk/>
          <pc:sldMk cId="0" sldId="1078"/>
        </pc:sldMkLst>
        <pc:picChg chg="mod">
          <ac:chgData name="TALARI SYAMA SAMEEKSHA" userId="S::talari@iitg.ac.in::f2fd72ca-e1c5-4654-ba88-2669005ddf34" providerId="AD" clId="Web-{DEA27E68-1031-41EF-821B-9686CB79269B}" dt="2023-05-05T11:41:39.390" v="0" actId="1076"/>
          <ac:picMkLst>
            <pc:docMk/>
            <pc:sldMk cId="0" sldId="1078"/>
            <ac:picMk id="35843" creationId="{2E5B53BA-0648-4A90-861C-AE08286DACC9}"/>
          </ac:picMkLst>
        </pc:picChg>
        <pc:cxnChg chg="mod">
          <ac:chgData name="TALARI SYAMA SAMEEKSHA" userId="S::talari@iitg.ac.in::f2fd72ca-e1c5-4654-ba88-2669005ddf34" providerId="AD" clId="Web-{DEA27E68-1031-41EF-821B-9686CB79269B}" dt="2023-05-05T11:43:37.738" v="1" actId="1076"/>
          <ac:cxnSpMkLst>
            <pc:docMk/>
            <pc:sldMk cId="0" sldId="1078"/>
            <ac:cxnSpMk id="4" creationId="{FEF16CA6-49F9-4413-8360-76AB0D25C0A5}"/>
          </ac:cxnSpMkLst>
        </pc:cxnChg>
      </pc:sldChg>
    </pc:docChg>
  </pc:docChgLst>
  <pc:docChgLst>
    <pc:chgData name="MAULIK SHARMA" userId="S::s.maulik@iitg.ac.in::0553594d-552d-41bc-a2a6-d93b844e88d9" providerId="AD" clId="Web-{E884D9A7-EDED-43BB-8C1A-FED3936A9DE2}"/>
    <pc:docChg chg="modSld">
      <pc:chgData name="MAULIK SHARMA" userId="S::s.maulik@iitg.ac.in::0553594d-552d-41bc-a2a6-d93b844e88d9" providerId="AD" clId="Web-{E884D9A7-EDED-43BB-8C1A-FED3936A9DE2}" dt="2023-05-06T07:51:01.969" v="2" actId="20577"/>
      <pc:docMkLst>
        <pc:docMk/>
      </pc:docMkLst>
      <pc:sldChg chg="modSp">
        <pc:chgData name="MAULIK SHARMA" userId="S::s.maulik@iitg.ac.in::0553594d-552d-41bc-a2a6-d93b844e88d9" providerId="AD" clId="Web-{E884D9A7-EDED-43BB-8C1A-FED3936A9DE2}" dt="2023-05-06T07:51:01.969" v="2" actId="20577"/>
        <pc:sldMkLst>
          <pc:docMk/>
          <pc:sldMk cId="0" sldId="1086"/>
        </pc:sldMkLst>
        <pc:spChg chg="mod">
          <ac:chgData name="MAULIK SHARMA" userId="S::s.maulik@iitg.ac.in::0553594d-552d-41bc-a2a6-d93b844e88d9" providerId="AD" clId="Web-{E884D9A7-EDED-43BB-8C1A-FED3936A9DE2}" dt="2023-05-06T07:51:01.969" v="2" actId="20577"/>
          <ac:spMkLst>
            <pc:docMk/>
            <pc:sldMk cId="0" sldId="1086"/>
            <ac:spMk id="2" creationId="{00000000-0000-0000-0000-000000000000}"/>
          </ac:spMkLst>
        </pc:spChg>
      </pc:sldChg>
    </pc:docChg>
  </pc:docChgLst>
  <pc:docChgLst>
    <pc:chgData name="VAISHNAV VASHIT MILAP" userId="S::v.milap@iitg.ac.in::c2ecd88c-f93b-4b98-8181-30e5cc7c77b5" providerId="AD" clId="Web-{F2240916-0BAE-42F5-B9C2-69D3D085D6F1}"/>
    <pc:docChg chg="modSld">
      <pc:chgData name="VAISHNAV VASHIT MILAP" userId="S::v.milap@iitg.ac.in::c2ecd88c-f93b-4b98-8181-30e5cc7c77b5" providerId="AD" clId="Web-{F2240916-0BAE-42F5-B9C2-69D3D085D6F1}" dt="2023-05-01T20:08:50.946" v="0" actId="1076"/>
      <pc:docMkLst>
        <pc:docMk/>
      </pc:docMkLst>
      <pc:sldChg chg="modSp">
        <pc:chgData name="VAISHNAV VASHIT MILAP" userId="S::v.milap@iitg.ac.in::c2ecd88c-f93b-4b98-8181-30e5cc7c77b5" providerId="AD" clId="Web-{F2240916-0BAE-42F5-B9C2-69D3D085D6F1}" dt="2023-05-01T20:08:50.946" v="0" actId="1076"/>
        <pc:sldMkLst>
          <pc:docMk/>
          <pc:sldMk cId="3330572744" sldId="256"/>
        </pc:sldMkLst>
        <pc:picChg chg="mod">
          <ac:chgData name="VAISHNAV VASHIT MILAP" userId="S::v.milap@iitg.ac.in::c2ecd88c-f93b-4b98-8181-30e5cc7c77b5" providerId="AD" clId="Web-{F2240916-0BAE-42F5-B9C2-69D3D085D6F1}" dt="2023-05-01T20:08:50.946" v="0" actId="1076"/>
          <ac:picMkLst>
            <pc:docMk/>
            <pc:sldMk cId="3330572744" sldId="256"/>
            <ac:picMk id="5" creationId="{00000000-0000-0000-0000-000000000000}"/>
          </ac:picMkLst>
        </pc:picChg>
      </pc:sldChg>
    </pc:docChg>
  </pc:docChgLst>
  <pc:docChgLst>
    <pc:chgData name="ANANTH KRISHNA V" userId="S::v.ananth@iitg.ac.in::3453b7d9-fe2c-4e92-8cf4-0ba4c6f49e57" providerId="AD" clId="Web-{BFF6340B-F3C4-4152-9E40-C58EF707E467}"/>
    <pc:docChg chg="modSld">
      <pc:chgData name="ANANTH KRISHNA V" userId="S::v.ananth@iitg.ac.in::3453b7d9-fe2c-4e92-8cf4-0ba4c6f49e57" providerId="AD" clId="Web-{BFF6340B-F3C4-4152-9E40-C58EF707E467}" dt="2023-05-05T13:07:44.843" v="4" actId="20577"/>
      <pc:docMkLst>
        <pc:docMk/>
      </pc:docMkLst>
      <pc:sldChg chg="modSp">
        <pc:chgData name="ANANTH KRISHNA V" userId="S::v.ananth@iitg.ac.in::3453b7d9-fe2c-4e92-8cf4-0ba4c6f49e57" providerId="AD" clId="Web-{BFF6340B-F3C4-4152-9E40-C58EF707E467}" dt="2023-05-05T13:07:44.843" v="4" actId="20577"/>
        <pc:sldMkLst>
          <pc:docMk/>
          <pc:sldMk cId="423374280" sldId="1103"/>
        </pc:sldMkLst>
        <pc:spChg chg="mod">
          <ac:chgData name="ANANTH KRISHNA V" userId="S::v.ananth@iitg.ac.in::3453b7d9-fe2c-4e92-8cf4-0ba4c6f49e57" providerId="AD" clId="Web-{BFF6340B-F3C4-4152-9E40-C58EF707E467}" dt="2023-05-05T13:07:44.843" v="4" actId="20577"/>
          <ac:spMkLst>
            <pc:docMk/>
            <pc:sldMk cId="423374280" sldId="1103"/>
            <ac:spMk id="58377" creationId="{F8CE3928-0A75-4214-9326-078670025ED2}"/>
          </ac:spMkLst>
        </pc:spChg>
      </pc:sldChg>
      <pc:sldChg chg="modSp">
        <pc:chgData name="ANANTH KRISHNA V" userId="S::v.ananth@iitg.ac.in::3453b7d9-fe2c-4e92-8cf4-0ba4c6f49e57" providerId="AD" clId="Web-{BFF6340B-F3C4-4152-9E40-C58EF707E467}" dt="2023-05-05T13:06:36.559" v="0" actId="1076"/>
        <pc:sldMkLst>
          <pc:docMk/>
          <pc:sldMk cId="2043736745" sldId="1132"/>
        </pc:sldMkLst>
        <pc:picChg chg="mod">
          <ac:chgData name="ANANTH KRISHNA V" userId="S::v.ananth@iitg.ac.in::3453b7d9-fe2c-4e92-8cf4-0ba4c6f49e57" providerId="AD" clId="Web-{BFF6340B-F3C4-4152-9E40-C58EF707E467}" dt="2023-05-05T13:06:36.559" v="0" actId="1076"/>
          <ac:picMkLst>
            <pc:docMk/>
            <pc:sldMk cId="2043736745" sldId="1132"/>
            <ac:picMk id="46084" creationId="{00000000-0000-0000-0000-000000000000}"/>
          </ac:picMkLst>
        </pc:picChg>
      </pc:sldChg>
    </pc:docChg>
  </pc:docChgLst>
  <pc:docChgLst>
    <pc:chgData name="JOFFIN KOSHY" userId="S::k.joffin@iitg.ac.in::2978664a-2aed-4892-af22-3c1d01c67f07" providerId="AD" clId="Web-{01B3D5E4-CC8A-09A7-978A-9F45B1BCB170}"/>
    <pc:docChg chg="modSld">
      <pc:chgData name="JOFFIN KOSHY" userId="S::k.joffin@iitg.ac.in::2978664a-2aed-4892-af22-3c1d01c67f07" providerId="AD" clId="Web-{01B3D5E4-CC8A-09A7-978A-9F45B1BCB170}" dt="2024-02-22T16:56:07.266" v="1" actId="1076"/>
      <pc:docMkLst>
        <pc:docMk/>
      </pc:docMkLst>
      <pc:sldChg chg="modSp">
        <pc:chgData name="JOFFIN KOSHY" userId="S::k.joffin@iitg.ac.in::2978664a-2aed-4892-af22-3c1d01c67f07" providerId="AD" clId="Web-{01B3D5E4-CC8A-09A7-978A-9F45B1BCB170}" dt="2024-02-22T16:56:07.266" v="1" actId="1076"/>
        <pc:sldMkLst>
          <pc:docMk/>
          <pc:sldMk cId="0" sldId="1082"/>
        </pc:sldMkLst>
        <pc:picChg chg="mod">
          <ac:chgData name="JOFFIN KOSHY" userId="S::k.joffin@iitg.ac.in::2978664a-2aed-4892-af22-3c1d01c67f07" providerId="AD" clId="Web-{01B3D5E4-CC8A-09A7-978A-9F45B1BCB170}" dt="2024-02-22T16:56:07.266" v="1" actId="1076"/>
          <ac:picMkLst>
            <pc:docMk/>
            <pc:sldMk cId="0" sldId="1082"/>
            <ac:picMk id="39940" creationId="{9F944029-7A55-48C6-8F0E-88CBBB932A9F}"/>
          </ac:picMkLst>
        </pc:picChg>
      </pc:sldChg>
      <pc:sldChg chg="modSp">
        <pc:chgData name="JOFFIN KOSHY" userId="S::k.joffin@iitg.ac.in::2978664a-2aed-4892-af22-3c1d01c67f07" providerId="AD" clId="Web-{01B3D5E4-CC8A-09A7-978A-9F45B1BCB170}" dt="2024-02-22T16:55:25.062" v="0" actId="1076"/>
        <pc:sldMkLst>
          <pc:docMk/>
          <pc:sldMk cId="0" sldId="1093"/>
        </pc:sldMkLst>
        <pc:picChg chg="mod">
          <ac:chgData name="JOFFIN KOSHY" userId="S::k.joffin@iitg.ac.in::2978664a-2aed-4892-af22-3c1d01c67f07" providerId="AD" clId="Web-{01B3D5E4-CC8A-09A7-978A-9F45B1BCB170}" dt="2024-02-22T16:55:25.062" v="0" actId="1076"/>
          <ac:picMkLst>
            <pc:docMk/>
            <pc:sldMk cId="0" sldId="1093"/>
            <ac:picMk id="50179" creationId="{CEC0656E-9ABB-4A4A-9489-805C71F3A54F}"/>
          </ac:picMkLst>
        </pc:picChg>
      </pc:sldChg>
    </pc:docChg>
  </pc:docChgLst>
  <pc:docChgLst>
    <pc:chgData name="MAHEK CHOUDHARY" userId="S::mahek@iitg.ac.in::5e5272a4-350a-4c4b-9db9-0314615eae20" providerId="AD" clId="Web-{80C7A033-8FF8-4276-AFDE-06D275078D3F}"/>
    <pc:docChg chg="modSld">
      <pc:chgData name="MAHEK CHOUDHARY" userId="S::mahek@iitg.ac.in::5e5272a4-350a-4c4b-9db9-0314615eae20" providerId="AD" clId="Web-{80C7A033-8FF8-4276-AFDE-06D275078D3F}" dt="2023-05-02T17:03:00.356" v="0" actId="1076"/>
      <pc:docMkLst>
        <pc:docMk/>
      </pc:docMkLst>
      <pc:sldChg chg="modSp">
        <pc:chgData name="MAHEK CHOUDHARY" userId="S::mahek@iitg.ac.in::5e5272a4-350a-4c4b-9db9-0314615eae20" providerId="AD" clId="Web-{80C7A033-8FF8-4276-AFDE-06D275078D3F}" dt="2023-05-02T17:03:00.356" v="0" actId="1076"/>
        <pc:sldMkLst>
          <pc:docMk/>
          <pc:sldMk cId="808276548" sldId="1133"/>
        </pc:sldMkLst>
        <pc:picChg chg="mod">
          <ac:chgData name="MAHEK CHOUDHARY" userId="S::mahek@iitg.ac.in::5e5272a4-350a-4c4b-9db9-0314615eae20" providerId="AD" clId="Web-{80C7A033-8FF8-4276-AFDE-06D275078D3F}" dt="2023-05-02T17:03:00.356" v="0" actId="1076"/>
          <ac:picMkLst>
            <pc:docMk/>
            <pc:sldMk cId="808276548" sldId="1133"/>
            <ac:picMk id="47108" creationId="{00000000-0000-0000-0000-000000000000}"/>
          </ac:picMkLst>
        </pc:picChg>
      </pc:sldChg>
    </pc:docChg>
  </pc:docChgLst>
  <pc:docChgLst>
    <pc:chgData name="TWINKLE HITESH PATEL" userId="S::p.twinkle@iitg.ac.in::38d738b7-4052-4b1a-a80d-6b8aa60b617a" providerId="AD" clId="Web-{1F5760E1-6815-4BBD-840A-3DB66F46AB78}"/>
    <pc:docChg chg="modSld">
      <pc:chgData name="TWINKLE HITESH PATEL" userId="S::p.twinkle@iitg.ac.in::38d738b7-4052-4b1a-a80d-6b8aa60b617a" providerId="AD" clId="Web-{1F5760E1-6815-4BBD-840A-3DB66F46AB78}" dt="2023-05-22T18:36:36.605" v="0" actId="1076"/>
      <pc:docMkLst>
        <pc:docMk/>
      </pc:docMkLst>
      <pc:sldChg chg="modSp">
        <pc:chgData name="TWINKLE HITESH PATEL" userId="S::p.twinkle@iitg.ac.in::38d738b7-4052-4b1a-a80d-6b8aa60b617a" providerId="AD" clId="Web-{1F5760E1-6815-4BBD-840A-3DB66F46AB78}" dt="2023-05-22T18:36:36.605" v="0" actId="1076"/>
        <pc:sldMkLst>
          <pc:docMk/>
          <pc:sldMk cId="3330572744" sldId="256"/>
        </pc:sldMkLst>
        <pc:picChg chg="mod">
          <ac:chgData name="TWINKLE HITESH PATEL" userId="S::p.twinkle@iitg.ac.in::38d738b7-4052-4b1a-a80d-6b8aa60b617a" providerId="AD" clId="Web-{1F5760E1-6815-4BBD-840A-3DB66F46AB78}" dt="2023-05-22T18:36:36.605" v="0" actId="1076"/>
          <ac:picMkLst>
            <pc:docMk/>
            <pc:sldMk cId="3330572744" sldId="256"/>
            <ac:picMk id="5" creationId="{00000000-0000-0000-0000-000000000000}"/>
          </ac:picMkLst>
        </pc:picChg>
      </pc:sldChg>
    </pc:docChg>
  </pc:docChgLst>
  <pc:docChgLst>
    <pc:chgData name="KOTNALA SAMUEL RATHNAKAR" userId="S::r.kotnala@iitg.ac.in::6aa2e491-dffe-41eb-84b4-5a11e5d63d25" providerId="AD" clId="Web-{ED19DBE8-201A-4618-BA85-B8AA82B3688A}"/>
    <pc:docChg chg="modSld">
      <pc:chgData name="KOTNALA SAMUEL RATHNAKAR" userId="S::r.kotnala@iitg.ac.in::6aa2e491-dffe-41eb-84b4-5a11e5d63d25" providerId="AD" clId="Web-{ED19DBE8-201A-4618-BA85-B8AA82B3688A}" dt="2023-05-05T17:04:04.291" v="1" actId="1076"/>
      <pc:docMkLst>
        <pc:docMk/>
      </pc:docMkLst>
      <pc:sldChg chg="modSp">
        <pc:chgData name="KOTNALA SAMUEL RATHNAKAR" userId="S::r.kotnala@iitg.ac.in::6aa2e491-dffe-41eb-84b4-5a11e5d63d25" providerId="AD" clId="Web-{ED19DBE8-201A-4618-BA85-B8AA82B3688A}" dt="2023-05-05T17:04:04.291" v="1" actId="1076"/>
        <pc:sldMkLst>
          <pc:docMk/>
          <pc:sldMk cId="311888815" sldId="1108"/>
        </pc:sldMkLst>
        <pc:picChg chg="mod">
          <ac:chgData name="KOTNALA SAMUEL RATHNAKAR" userId="S::r.kotnala@iitg.ac.in::6aa2e491-dffe-41eb-84b4-5a11e5d63d25" providerId="AD" clId="Web-{ED19DBE8-201A-4618-BA85-B8AA82B3688A}" dt="2023-05-05T17:04:04.291" v="1" actId="1076"/>
          <ac:picMkLst>
            <pc:docMk/>
            <pc:sldMk cId="311888815" sldId="1108"/>
            <ac:picMk id="63493" creationId="{5B772A5C-EE53-415E-95B1-CEFE77839062}"/>
          </ac:picMkLst>
        </pc:picChg>
      </pc:sldChg>
      <pc:sldChg chg="modSp">
        <pc:chgData name="KOTNALA SAMUEL RATHNAKAR" userId="S::r.kotnala@iitg.ac.in::6aa2e491-dffe-41eb-84b4-5a11e5d63d25" providerId="AD" clId="Web-{ED19DBE8-201A-4618-BA85-B8AA82B3688A}" dt="2023-05-05T16:59:55.312" v="0" actId="1076"/>
        <pc:sldMkLst>
          <pc:docMk/>
          <pc:sldMk cId="2043736745" sldId="1132"/>
        </pc:sldMkLst>
        <pc:picChg chg="mod">
          <ac:chgData name="KOTNALA SAMUEL RATHNAKAR" userId="S::r.kotnala@iitg.ac.in::6aa2e491-dffe-41eb-84b4-5a11e5d63d25" providerId="AD" clId="Web-{ED19DBE8-201A-4618-BA85-B8AA82B3688A}" dt="2023-05-05T16:59:55.312" v="0" actId="1076"/>
          <ac:picMkLst>
            <pc:docMk/>
            <pc:sldMk cId="2043736745" sldId="1132"/>
            <ac:picMk id="46084" creationId="{00000000-0000-0000-0000-000000000000}"/>
          </ac:picMkLst>
        </pc:picChg>
      </pc:sldChg>
    </pc:docChg>
  </pc:docChgLst>
  <pc:docChgLst>
    <pc:chgData name="ADITYA VIKRAM DAMANI" userId="S::a.damani@iitg.ac.in::0c44a80b-df65-457a-96f9-b957f0708620" providerId="AD" clId="Web-{69294372-765B-4811-9F49-D69722E21E1A}"/>
    <pc:docChg chg="modSld">
      <pc:chgData name="ADITYA VIKRAM DAMANI" userId="S::a.damani@iitg.ac.in::0c44a80b-df65-457a-96f9-b957f0708620" providerId="AD" clId="Web-{69294372-765B-4811-9F49-D69722E21E1A}" dt="2023-05-05T15:22:07.394" v="1" actId="1076"/>
      <pc:docMkLst>
        <pc:docMk/>
      </pc:docMkLst>
      <pc:sldChg chg="modSp">
        <pc:chgData name="ADITYA VIKRAM DAMANI" userId="S::a.damani@iitg.ac.in::0c44a80b-df65-457a-96f9-b957f0708620" providerId="AD" clId="Web-{69294372-765B-4811-9F49-D69722E21E1A}" dt="2023-05-05T15:22:07.394" v="1" actId="1076"/>
        <pc:sldMkLst>
          <pc:docMk/>
          <pc:sldMk cId="1436724444" sldId="1139"/>
        </pc:sldMkLst>
        <pc:picChg chg="mod">
          <ac:chgData name="ADITYA VIKRAM DAMANI" userId="S::a.damani@iitg.ac.in::0c44a80b-df65-457a-96f9-b957f0708620" providerId="AD" clId="Web-{69294372-765B-4811-9F49-D69722E21E1A}" dt="2023-05-05T15:22:07.394" v="1" actId="1076"/>
          <ac:picMkLst>
            <pc:docMk/>
            <pc:sldMk cId="1436724444" sldId="1139"/>
            <ac:picMk id="53255" creationId="{00000000-0000-0000-0000-000000000000}"/>
          </ac:picMkLst>
        </pc:picChg>
      </pc:sldChg>
    </pc:docChg>
  </pc:docChgLst>
  <pc:docChgLst>
    <pc:chgData name="SOUMYA SAVARN" userId="S::s.savarn@iitg.ac.in::e5749b7d-0db4-41ed-8e3f-76c82b90afda" providerId="AD" clId="Web-{91BBC3FC-2CF3-4152-A6AE-3BCAB059DAB2}"/>
    <pc:docChg chg="modSld">
      <pc:chgData name="SOUMYA SAVARN" userId="S::s.savarn@iitg.ac.in::e5749b7d-0db4-41ed-8e3f-76c82b90afda" providerId="AD" clId="Web-{91BBC3FC-2CF3-4152-A6AE-3BCAB059DAB2}" dt="2023-05-05T08:35:31.261" v="0" actId="1076"/>
      <pc:docMkLst>
        <pc:docMk/>
      </pc:docMkLst>
      <pc:sldChg chg="modSp">
        <pc:chgData name="SOUMYA SAVARN" userId="S::s.savarn@iitg.ac.in::e5749b7d-0db4-41ed-8e3f-76c82b90afda" providerId="AD" clId="Web-{91BBC3FC-2CF3-4152-A6AE-3BCAB059DAB2}" dt="2023-05-05T08:35:31.261" v="0" actId="1076"/>
        <pc:sldMkLst>
          <pc:docMk/>
          <pc:sldMk cId="1584073504" sldId="1142"/>
        </pc:sldMkLst>
        <pc:picChg chg="mod">
          <ac:chgData name="SOUMYA SAVARN" userId="S::s.savarn@iitg.ac.in::e5749b7d-0db4-41ed-8e3f-76c82b90afda" providerId="AD" clId="Web-{91BBC3FC-2CF3-4152-A6AE-3BCAB059DAB2}" dt="2023-05-05T08:35:31.261" v="0" actId="1076"/>
          <ac:picMkLst>
            <pc:docMk/>
            <pc:sldMk cId="1584073504" sldId="1142"/>
            <ac:picMk id="56322" creationId="{00000000-0000-0000-0000-000000000000}"/>
          </ac:picMkLst>
        </pc:picChg>
      </pc:sldChg>
    </pc:docChg>
  </pc:docChgLst>
  <pc:docChgLst>
    <pc:chgData name="YEREDLA KOUSHIK REDDY" userId="S::r.yeredla@iitg.ac.in::d8d31ff8-49e1-485c-ad62-2f1f8af17605" providerId="AD" clId="Web-{057DBB5D-2473-561F-DF52-C21D4BBBA94B}"/>
    <pc:docChg chg="modSld">
      <pc:chgData name="YEREDLA KOUSHIK REDDY" userId="S::r.yeredla@iitg.ac.in::d8d31ff8-49e1-485c-ad62-2f1f8af17605" providerId="AD" clId="Web-{057DBB5D-2473-561F-DF52-C21D4BBBA94B}" dt="2024-02-22T15:46:02.364" v="0" actId="1076"/>
      <pc:docMkLst>
        <pc:docMk/>
      </pc:docMkLst>
      <pc:sldChg chg="modSp">
        <pc:chgData name="YEREDLA KOUSHIK REDDY" userId="S::r.yeredla@iitg.ac.in::d8d31ff8-49e1-485c-ad62-2f1f8af17605" providerId="AD" clId="Web-{057DBB5D-2473-561F-DF52-C21D4BBBA94B}" dt="2024-02-22T15:46:02.364" v="0" actId="1076"/>
        <pc:sldMkLst>
          <pc:docMk/>
          <pc:sldMk cId="935793123" sldId="1112"/>
        </pc:sldMkLst>
        <pc:picChg chg="mod">
          <ac:chgData name="YEREDLA KOUSHIK REDDY" userId="S::r.yeredla@iitg.ac.in::d8d31ff8-49e1-485c-ad62-2f1f8af17605" providerId="AD" clId="Web-{057DBB5D-2473-561F-DF52-C21D4BBBA94B}" dt="2024-02-22T15:46:02.364" v="0" actId="1076"/>
          <ac:picMkLst>
            <pc:docMk/>
            <pc:sldMk cId="935793123" sldId="1112"/>
            <ac:picMk id="67587" creationId="{A20F4A19-2B94-4A6A-9349-35AB169E7DB3}"/>
          </ac:picMkLst>
        </pc:picChg>
      </pc:sldChg>
    </pc:docChg>
  </pc:docChgLst>
  <pc:docChgLst>
    <pc:chgData name="VISHNU SHARMA" userId="S::vishnu.sharma@iitg.ac.in::49ca4ddf-8b46-469d-b7dd-21228a7533a0" providerId="AD" clId="Web-{3C51ED73-099C-4E5C-B18D-613B87DFC3A8}"/>
    <pc:docChg chg="modSld">
      <pc:chgData name="VISHNU SHARMA" userId="S::vishnu.sharma@iitg.ac.in::49ca4ddf-8b46-469d-b7dd-21228a7533a0" providerId="AD" clId="Web-{3C51ED73-099C-4E5C-B18D-613B87DFC3A8}" dt="2023-05-05T20:53:19.513" v="0" actId="1076"/>
      <pc:docMkLst>
        <pc:docMk/>
      </pc:docMkLst>
      <pc:sldChg chg="modSp">
        <pc:chgData name="VISHNU SHARMA" userId="S::vishnu.sharma@iitg.ac.in::49ca4ddf-8b46-469d-b7dd-21228a7533a0" providerId="AD" clId="Web-{3C51ED73-099C-4E5C-B18D-613B87DFC3A8}" dt="2023-05-05T20:53:19.513" v="0" actId="1076"/>
        <pc:sldMkLst>
          <pc:docMk/>
          <pc:sldMk cId="0" sldId="1086"/>
        </pc:sldMkLst>
        <pc:picChg chg="mod">
          <ac:chgData name="VISHNU SHARMA" userId="S::vishnu.sharma@iitg.ac.in::49ca4ddf-8b46-469d-b7dd-21228a7533a0" providerId="AD" clId="Web-{3C51ED73-099C-4E5C-B18D-613B87DFC3A8}" dt="2023-05-05T20:53:19.513" v="0" actId="1076"/>
          <ac:picMkLst>
            <pc:docMk/>
            <pc:sldMk cId="0" sldId="1086"/>
            <ac:picMk id="43013" creationId="{EB29257A-D775-439F-B6B7-6B5E20A1553A}"/>
          </ac:picMkLst>
        </pc:picChg>
      </pc:sldChg>
    </pc:docChg>
  </pc:docChgLst>
  <pc:docChgLst>
    <pc:chgData name="UTKARSH KUMAR YADAV" userId="S::y.utkarsh@iitg.ac.in::80974a93-b2e7-49bc-b1c3-2ad98e672f5e" providerId="AD" clId="Web-{A256A6F1-9487-4782-9021-854CCAEE6125}"/>
    <pc:docChg chg="modSld">
      <pc:chgData name="UTKARSH KUMAR YADAV" userId="S::y.utkarsh@iitg.ac.in::80974a93-b2e7-49bc-b1c3-2ad98e672f5e" providerId="AD" clId="Web-{A256A6F1-9487-4782-9021-854CCAEE6125}" dt="2023-05-05T16:01:25.870" v="0" actId="1076"/>
      <pc:docMkLst>
        <pc:docMk/>
      </pc:docMkLst>
      <pc:sldChg chg="modSp">
        <pc:chgData name="UTKARSH KUMAR YADAV" userId="S::y.utkarsh@iitg.ac.in::80974a93-b2e7-49bc-b1c3-2ad98e672f5e" providerId="AD" clId="Web-{A256A6F1-9487-4782-9021-854CCAEE6125}" dt="2023-05-05T16:01:25.870" v="0" actId="1076"/>
        <pc:sldMkLst>
          <pc:docMk/>
          <pc:sldMk cId="0" sldId="1086"/>
        </pc:sldMkLst>
        <pc:grpChg chg="mod">
          <ac:chgData name="UTKARSH KUMAR YADAV" userId="S::y.utkarsh@iitg.ac.in::80974a93-b2e7-49bc-b1c3-2ad98e672f5e" providerId="AD" clId="Web-{A256A6F1-9487-4782-9021-854CCAEE6125}" dt="2023-05-05T16:01:25.870" v="0" actId="1076"/>
          <ac:grpSpMkLst>
            <pc:docMk/>
            <pc:sldMk cId="0" sldId="1086"/>
            <ac:grpSpMk id="43014" creationId="{EF037C3C-9817-47EA-AA29-222B67B5EC9B}"/>
          </ac:grpSpMkLst>
        </pc:grpChg>
      </pc:sldChg>
    </pc:docChg>
  </pc:docChgLst>
  <pc:docChgLst>
    <pc:chgData name="AADITYA PRATAP SHAHI" userId="S::a.shahi@iitg.ac.in::f64bb0df-9706-438a-900c-fdc46d8e6639" providerId="AD" clId="Web-{828D9F24-4676-2E68-E6C9-CCAB5953B4B6}"/>
    <pc:docChg chg="modSld">
      <pc:chgData name="AADITYA PRATAP SHAHI" userId="S::a.shahi@iitg.ac.in::f64bb0df-9706-438a-900c-fdc46d8e6639" providerId="AD" clId="Web-{828D9F24-4676-2E68-E6C9-CCAB5953B4B6}" dt="2024-02-22T17:58:18.058" v="1" actId="20577"/>
      <pc:docMkLst>
        <pc:docMk/>
      </pc:docMkLst>
      <pc:sldChg chg="modSp">
        <pc:chgData name="AADITYA PRATAP SHAHI" userId="S::a.shahi@iitg.ac.in::f64bb0df-9706-438a-900c-fdc46d8e6639" providerId="AD" clId="Web-{828D9F24-4676-2E68-E6C9-CCAB5953B4B6}" dt="2024-02-22T17:58:18.058" v="1" actId="20577"/>
        <pc:sldMkLst>
          <pc:docMk/>
          <pc:sldMk cId="0" sldId="1077"/>
        </pc:sldMkLst>
        <pc:spChg chg="mod">
          <ac:chgData name="AADITYA PRATAP SHAHI" userId="S::a.shahi@iitg.ac.in::f64bb0df-9706-438a-900c-fdc46d8e6639" providerId="AD" clId="Web-{828D9F24-4676-2E68-E6C9-CCAB5953B4B6}" dt="2024-02-22T17:58:18.058" v="1" actId="20577"/>
          <ac:spMkLst>
            <pc:docMk/>
            <pc:sldMk cId="0" sldId="1077"/>
            <ac:spMk id="34820" creationId="{E7478809-94A3-4BF9-BA32-D5BF9557BD42}"/>
          </ac:spMkLst>
        </pc:spChg>
      </pc:sldChg>
    </pc:docChg>
  </pc:docChgLst>
  <pc:docChgLst>
    <pc:chgData name="KOTNALA SAMUEL RATHNAKAR" userId="S::r.kotnala@iitg.ac.in::6aa2e491-dffe-41eb-84b4-5a11e5d63d25" providerId="AD" clId="Web-{B3CEE275-25A3-4DA1-9FD3-CB0298BBFA6A}"/>
    <pc:docChg chg="modSld">
      <pc:chgData name="KOTNALA SAMUEL RATHNAKAR" userId="S::r.kotnala@iitg.ac.in::6aa2e491-dffe-41eb-84b4-5a11e5d63d25" providerId="AD" clId="Web-{B3CEE275-25A3-4DA1-9FD3-CB0298BBFA6A}" dt="2023-05-05T16:14:43.731" v="0" actId="1076"/>
      <pc:docMkLst>
        <pc:docMk/>
      </pc:docMkLst>
      <pc:sldChg chg="modSp">
        <pc:chgData name="KOTNALA SAMUEL RATHNAKAR" userId="S::r.kotnala@iitg.ac.in::6aa2e491-dffe-41eb-84b4-5a11e5d63d25" providerId="AD" clId="Web-{B3CEE275-25A3-4DA1-9FD3-CB0298BBFA6A}" dt="2023-05-05T16:14:43.731" v="0" actId="1076"/>
        <pc:sldMkLst>
          <pc:docMk/>
          <pc:sldMk cId="3330572744" sldId="256"/>
        </pc:sldMkLst>
        <pc:picChg chg="mod">
          <ac:chgData name="KOTNALA SAMUEL RATHNAKAR" userId="S::r.kotnala@iitg.ac.in::6aa2e491-dffe-41eb-84b4-5a11e5d63d25" providerId="AD" clId="Web-{B3CEE275-25A3-4DA1-9FD3-CB0298BBFA6A}" dt="2023-05-05T16:14:43.731" v="0" actId="1076"/>
          <ac:picMkLst>
            <pc:docMk/>
            <pc:sldMk cId="3330572744" sldId="256"/>
            <ac:picMk id="5" creationId="{00000000-0000-0000-0000-000000000000}"/>
          </ac:picMkLst>
        </pc:picChg>
      </pc:sldChg>
    </pc:docChg>
  </pc:docChgLst>
  <pc:docChgLst>
    <pc:chgData name="SIMON LALREMSIAMA SHANGPLIANG" userId="S::s.shangpliang@iitg.ac.in::ee077043-520d-4513-b9ed-c0ff297f5c55" providerId="AD" clId="Web-{A4ADA007-9E0C-7570-8DF4-BF6CB009B69A}"/>
    <pc:docChg chg="modSld">
      <pc:chgData name="SIMON LALREMSIAMA SHANGPLIANG" userId="S::s.shangpliang@iitg.ac.in::ee077043-520d-4513-b9ed-c0ff297f5c55" providerId="AD" clId="Web-{A4ADA007-9E0C-7570-8DF4-BF6CB009B69A}" dt="2023-05-05T16:56:02.023" v="1" actId="1076"/>
      <pc:docMkLst>
        <pc:docMk/>
      </pc:docMkLst>
      <pc:sldChg chg="modSp">
        <pc:chgData name="SIMON LALREMSIAMA SHANGPLIANG" userId="S::s.shangpliang@iitg.ac.in::ee077043-520d-4513-b9ed-c0ff297f5c55" providerId="AD" clId="Web-{A4ADA007-9E0C-7570-8DF4-BF6CB009B69A}" dt="2023-05-05T16:56:02.023" v="1" actId="1076"/>
        <pc:sldMkLst>
          <pc:docMk/>
          <pc:sldMk cId="1745675910" sldId="1141"/>
        </pc:sldMkLst>
        <pc:picChg chg="mod">
          <ac:chgData name="SIMON LALREMSIAMA SHANGPLIANG" userId="S::s.shangpliang@iitg.ac.in::ee077043-520d-4513-b9ed-c0ff297f5c55" providerId="AD" clId="Web-{A4ADA007-9E0C-7570-8DF4-BF6CB009B69A}" dt="2023-05-05T16:56:02.023" v="1" actId="1076"/>
          <ac:picMkLst>
            <pc:docMk/>
            <pc:sldMk cId="1745675910" sldId="1141"/>
            <ac:picMk id="55298" creationId="{00000000-0000-0000-0000-000000000000}"/>
          </ac:picMkLst>
        </pc:picChg>
      </pc:sldChg>
    </pc:docChg>
  </pc:docChgLst>
  <pc:docChgLst>
    <pc:chgData name="JAHNAVI KUMAR" userId="S::k.jahnavi@iitg.ac.in::8bc6a54e-b60d-4c71-89bf-c3fb92b721bf" providerId="AD" clId="Web-{C9964DC5-1B6B-4DF1-8092-AB675CA78122}"/>
    <pc:docChg chg="modSld">
      <pc:chgData name="JAHNAVI KUMAR" userId="S::k.jahnavi@iitg.ac.in::8bc6a54e-b60d-4c71-89bf-c3fb92b721bf" providerId="AD" clId="Web-{C9964DC5-1B6B-4DF1-8092-AB675CA78122}" dt="2023-05-03T12:54:00.679" v="0" actId="1076"/>
      <pc:docMkLst>
        <pc:docMk/>
      </pc:docMkLst>
      <pc:sldChg chg="modSp">
        <pc:chgData name="JAHNAVI KUMAR" userId="S::k.jahnavi@iitg.ac.in::8bc6a54e-b60d-4c71-89bf-c3fb92b721bf" providerId="AD" clId="Web-{C9964DC5-1B6B-4DF1-8092-AB675CA78122}" dt="2023-05-03T12:54:00.679" v="0" actId="1076"/>
        <pc:sldMkLst>
          <pc:docMk/>
          <pc:sldMk cId="2683250463" sldId="1131"/>
        </pc:sldMkLst>
        <pc:picChg chg="mod">
          <ac:chgData name="JAHNAVI KUMAR" userId="S::k.jahnavi@iitg.ac.in::8bc6a54e-b60d-4c71-89bf-c3fb92b721bf" providerId="AD" clId="Web-{C9964DC5-1B6B-4DF1-8092-AB675CA78122}" dt="2023-05-03T12:54:00.679" v="0" actId="1076"/>
          <ac:picMkLst>
            <pc:docMk/>
            <pc:sldMk cId="2683250463" sldId="1131"/>
            <ac:picMk id="45058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E8FF38-2FB8-4A55-979D-DA2D02B8F1F8}" type="datetimeFigureOut">
              <a:rPr lang="en-IN" smtClean="0"/>
              <a:t>22-02-2024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34A211-202B-4767-9EEB-9D02CFCF5F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2195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defRPr/>
            </a:pPr>
            <a:fld id="{0AC6BEB2-C58E-4CBE-BD57-9C6E66D98388}" type="slidenum">
              <a:rPr lang="en-US" altLang="en-US" smtClean="0">
                <a:latin typeface="Times New Roman" pitchFamily="18" charset="0"/>
              </a:rPr>
              <a:pPr>
                <a:defRPr/>
              </a:pPr>
              <a:t>15</a:t>
            </a:fld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B5EDF-0D63-4FCF-B661-8F2DFDF394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578E74-94D1-4546-87AD-2BC223F2B4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53D71-6602-401B-9A43-50951420B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2A112-E47D-414C-B057-6480912A0B6B}" type="datetimeFigureOut">
              <a:rPr lang="en-IN" smtClean="0"/>
              <a:t>22-02-2024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EB063-993C-483B-8823-9EDBE1D3B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2C55D-494D-4174-96B8-F13A1A50C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EB2FB-27EB-4CF2-AC6D-E40E099C5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2490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FEAEF-5B6B-4944-9D6C-98A114C2B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6374B-E4A6-4E5B-8661-5D60BA281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10F722-B599-4182-8519-177BED398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2A112-E47D-414C-B057-6480912A0B6B}" type="datetimeFigureOut">
              <a:rPr lang="en-IN" smtClean="0"/>
              <a:t>22-02-2024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34DECD-DD44-4369-BC44-CC851BDCB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68D05F-85FA-4E29-AFDF-146BF8B18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EB2FB-27EB-4CF2-AC6D-E40E099C5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713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A6CDF-70BE-46ED-AD68-98058C79A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2E9371-D3B3-4026-84C5-513887E1E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7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C4BDB-AB93-4155-AA83-7BE82B732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2A112-E47D-414C-B057-6480912A0B6B}" type="datetimeFigureOut">
              <a:rPr lang="en-IN" smtClean="0"/>
              <a:t>22-02-2024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89F2CE-A1CE-4F59-BC55-5A8ADFF83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3758D-DE0F-442F-972D-1D8D30DC8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EB2FB-27EB-4CF2-AC6D-E40E099C5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4171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973E-3DD4-4268-BC48-5DA45430E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24779-33E9-449B-BAC1-AA924870D0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9494C5-75D1-4D63-839E-0BB4228C1C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BB2BD4-9BB3-45FC-A63B-AD8ED018B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2A112-E47D-414C-B057-6480912A0B6B}" type="datetimeFigureOut">
              <a:rPr lang="en-IN" smtClean="0"/>
              <a:t>22-02-2024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AA6F7D-CB14-4089-8B44-295F9EABA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D81CF5-7D49-4632-87FF-7361C08CD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EB2FB-27EB-4CF2-AC6D-E40E099C5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6500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E9F0B-EFEB-49A9-9DC1-2707B83D8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EE4373-16F6-45FA-BC35-4A28ABED5D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FE52AF-8CCC-408F-9242-900D54DDFC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9ACD83-C48F-4F89-A322-341EA54503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340CFC-FA55-43D3-BF06-3F94034145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3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FCCF26-E8F7-400F-A5B9-2E3F679DC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2A112-E47D-414C-B057-6480912A0B6B}" type="datetimeFigureOut">
              <a:rPr lang="en-IN" smtClean="0"/>
              <a:t>22-02-2024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F601CA-9CF1-408A-A93E-481B6D52C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B550B8-CC68-4C0A-9B12-113F7B411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EB2FB-27EB-4CF2-AC6D-E40E099C5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4218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2A737-0019-428F-B6F1-4C8BB039D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D3D21F-6582-4B93-B2E9-F18B8747F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2A112-E47D-414C-B057-6480912A0B6B}" type="datetimeFigureOut">
              <a:rPr lang="en-IN" smtClean="0"/>
              <a:t>22-02-2024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210BE3-5ED8-4E52-BF1D-55472DA87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63D9DA-66F6-49FD-94D6-5633C16C5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EB2FB-27EB-4CF2-AC6D-E40E099C5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7248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F17582-7ADB-4B99-A891-C234DBABF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2A112-E47D-414C-B057-6480912A0B6B}" type="datetimeFigureOut">
              <a:rPr lang="en-IN" smtClean="0"/>
              <a:t>22-02-2024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1136B1-7A6D-46F0-A4A2-263EC5DBD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F69692-D878-4DE0-ABFF-6D55548F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EB2FB-27EB-4CF2-AC6D-E40E099C5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5920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F218B-EBDA-4A10-BEAA-10414F42C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3881C-8627-427C-A749-95B7AC4287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3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723E59-A587-4936-ACD7-6736E7A933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F8867A-8127-4E74-9FD8-D9FDC29A8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2A112-E47D-414C-B057-6480912A0B6B}" type="datetimeFigureOut">
              <a:rPr lang="en-IN" smtClean="0"/>
              <a:t>22-02-2024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C0877F-39C2-4242-96C0-9A5019DA0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DE0620-1A0F-499B-A64E-B60B4DF91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EB2FB-27EB-4CF2-AC6D-E40E099C5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1214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C5DE0-86B4-4164-B9D2-89597B661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3FA343-C16E-4319-B012-26CEDEF290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3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56E885-1523-46C3-8BA6-BD63FF0188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D9B15F-4E14-4634-8842-22A065C56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2A112-E47D-414C-B057-6480912A0B6B}" type="datetimeFigureOut">
              <a:rPr lang="en-IN" smtClean="0"/>
              <a:t>22-02-2024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2DB82D-9879-431B-AC01-734364171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963D25-69D4-473D-9B49-7C01D89A0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EB2FB-27EB-4CF2-AC6D-E40E099C5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1357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7088B-883B-4E36-850F-79713F1AF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82B148-F537-4903-B75A-40E9290D4B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545349-5685-4211-8856-B9C17C232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2A112-E47D-414C-B057-6480912A0B6B}" type="datetimeFigureOut">
              <a:rPr lang="en-IN" smtClean="0"/>
              <a:t>22-02-2024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0EE4A8-9284-4F5A-BD99-6F1F0AC41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3AF8A-8AB6-4CBA-A581-7A796E919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EB2FB-27EB-4CF2-AC6D-E40E099C5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5574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8FE3D4-324C-4BC4-80EB-0E4FD8052A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3C08E0-8F5A-48D3-B6FE-256BC854FA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3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E927E0-A2F6-4736-B3F4-643C88724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2A112-E47D-414C-B057-6480912A0B6B}" type="datetimeFigureOut">
              <a:rPr lang="en-IN" smtClean="0"/>
              <a:t>22-02-2024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8457E-EDC6-4773-9FBC-3E1E22CC4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916C9E-3AE4-4472-B93D-5A1478C35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EB2FB-27EB-4CF2-AC6D-E40E099C5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49597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6F9B3-BD11-4E6B-A7FE-7B89989C1B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18C789-F974-495B-8E96-46BB6C5CCE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1DF2E-BB73-406E-955F-448FF8424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B040-8B3B-4D40-9C9D-E0C604F4B0F4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22-02-2024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646B9F-DC99-44BA-A211-FD8AF6D1A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AB746A-1907-4E1C-94F3-8FB4E034C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2F938-7BE4-40F9-8489-CF6BF54A0537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89543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AFCB8-5264-40DF-A185-434DAF972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F3E18-A07A-41BF-A022-286DCDFA78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1136A-12D1-4FC1-B142-3EB797B75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B040-8B3B-4D40-9C9D-E0C604F4B0F4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22-02-2024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A69DD8-FE1B-40FD-A2A0-909B56BD0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CB091-6FAC-40F6-97EB-ACFDB5713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2F938-7BE4-40F9-8489-CF6BF54A0537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75831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F3A29-1C1C-4227-8F97-4E23D43FD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BA6885-F023-46FB-8EB3-C46A8075C3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7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3C69A-EC5A-4DFF-B9A1-AD6BF6DFE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B040-8B3B-4D40-9C9D-E0C604F4B0F4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22-02-2024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FF086C-DD00-4FD4-A6A1-F5BD53964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324F9-923A-4A6C-A557-E256E1566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2F938-7BE4-40F9-8489-CF6BF54A0537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626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A996A-497F-4206-9D4A-7E95E35DC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13D36-C861-4545-8D99-50EE3B0F92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01108E-EF1C-43B4-8AE2-3CE69C84DA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B1EF14-7C8B-4046-BF27-7EFB985DC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B040-8B3B-4D40-9C9D-E0C604F4B0F4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22-02-2024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A436F8-B889-424C-8608-EB2F052A4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07F020-9E1D-4753-A833-305FC3EE4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2F938-7BE4-40F9-8489-CF6BF54A0537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59189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478A6-D9E8-4AEA-A4A1-DA7813445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EE4BCF-28E3-461B-8183-CCB5944F0D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8ECB68-0445-404E-AA0B-B7D776C35A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F76FB9-88B3-48ED-9CB8-07342CBDB5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493B55-3002-477A-ADFC-FCA6F66E2D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3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FC4957-D82A-463F-8A23-325B44A5B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B040-8B3B-4D40-9C9D-E0C604F4B0F4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22-02-2024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017168-241B-4CD2-8FAD-6134F39E1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36E215-9F57-4EFD-8EC3-2F354A4DE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2F938-7BE4-40F9-8489-CF6BF54A0537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67444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5C6B6-131D-4090-9220-2A17B488B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143B12-24FC-4A04-AE25-E019825E5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B040-8B3B-4D40-9C9D-E0C604F4B0F4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22-02-2024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1257A8-B98D-4AB0-AAE3-A41E1592D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23F7DD-152E-4C43-B232-82E81F612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2F938-7BE4-40F9-8489-CF6BF54A0537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1689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39354A-2301-4909-B514-7E4C83C2F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B040-8B3B-4D40-9C9D-E0C604F4B0F4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22-02-2024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26911D-9210-4860-8F18-994DB507B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8F911F-CF32-4AB2-BFA9-C87A139CA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2F938-7BE4-40F9-8489-CF6BF54A0537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21018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6B131-6F7E-4CC2-AF64-6893DC8B1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42A40-EE02-4781-86F4-4136E81A46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3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6E35E-F059-431B-864B-5CD774BA4F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083191-C7BF-455A-9797-B2656097C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B040-8B3B-4D40-9C9D-E0C604F4B0F4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22-02-2024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C120C4-3B4C-4F9C-AFA7-05BA2BB6B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DBDC50-38AE-4698-BC09-CDD05299A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2F938-7BE4-40F9-8489-CF6BF54A0537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41956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6559E-8C17-4C55-B156-D4014A9F5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802636-8C27-49B0-ADEB-FB6971E01B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3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8DC70-7E45-4D69-96C7-C6B14351DB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386848-4101-42BF-B851-820A5AFDC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B040-8B3B-4D40-9C9D-E0C604F4B0F4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22-02-2024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B96CB1-F363-4A2C-A794-58F0A7089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887D88-F1C2-466D-B101-8A0CBCD1C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2F938-7BE4-40F9-8489-CF6BF54A0537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75645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A9AFC-3AAF-4C2C-A855-D905E9A3A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21A3F5-C012-43DD-B37C-8D05F56827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3D18F-D82E-477F-8D6C-BB4968221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B040-8B3B-4D40-9C9D-E0C604F4B0F4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22-02-2024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50FC1-136B-4E59-A37A-F2ACAFFEA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E8235-5C1A-49F4-B080-37B076C0D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2F938-7BE4-40F9-8489-CF6BF54A0537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41998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C41172-01CF-4E3E-A9AD-98404DAECB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77D9C4-3E66-480D-BAC6-7AFE76C645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3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E4619D-6BBD-4706-8066-4D0943F24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B040-8B3B-4D40-9C9D-E0C604F4B0F4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22-02-2024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FE223-B735-4123-AC7A-EE049BD25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AB86D-B4C5-4056-9722-4F6A7741F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2F938-7BE4-40F9-8489-CF6BF54A0537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2411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C29EE2-A211-4904-901E-62B9F6C80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4423A6-F439-4FD9-BC2A-9A663007D4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2C042-7AE5-43E5-933F-72E6802ED3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A2A112-E47D-414C-B057-6480912A0B6B}" type="datetimeFigureOut">
              <a:rPr lang="en-IN" smtClean="0"/>
              <a:t>22-02-2024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540E30-9AEB-4C57-95A5-DA46E9ECBF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6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26B93-572C-4F53-839E-6BBF0AFB00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6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FEB2FB-27EB-4CF2-AC6D-E40E099C5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5601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C2315F-83C5-482A-A17A-9745F748C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2FAA3-531E-4509-A6EF-76BF664E2E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214F56-EB1F-4183-9111-66F52187B7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0DB040-8B3B-4D40-9C9D-E0C604F4B0F4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22-02-2024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926D07-558F-4338-8EB2-FC73BCB647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6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46567-DC36-470A-BB11-B665F5E5AB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6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52F938-7BE4-40F9-8489-CF6BF54A0537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3976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13.jpeg"/><Relationship Id="rId7" Type="http://schemas.openxmlformats.org/officeDocument/2006/relationships/image" Target="../media/image15.wmf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17.wmf"/><Relationship Id="rId5" Type="http://schemas.openxmlformats.org/officeDocument/2006/relationships/image" Target="../media/image14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16.w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e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image" Target="../media/image33.jpeg"/><Relationship Id="rId7" Type="http://schemas.openxmlformats.org/officeDocument/2006/relationships/image" Target="../media/image35.wmf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34.wmf"/><Relationship Id="rId4" Type="http://schemas.openxmlformats.org/officeDocument/2006/relationships/oleObject" Target="../embeddings/oleObject5.bin"/><Relationship Id="rId9" Type="http://schemas.openxmlformats.org/officeDocument/2006/relationships/image" Target="../media/image36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2.emf"/><Relationship Id="rId4" Type="http://schemas.openxmlformats.org/officeDocument/2006/relationships/image" Target="../media/image41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0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49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image" Target="../media/image52.jpeg"/><Relationship Id="rId7" Type="http://schemas.openxmlformats.org/officeDocument/2006/relationships/image" Target="../media/image54.wmf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17.x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53.wmf"/><Relationship Id="rId4" Type="http://schemas.openxmlformats.org/officeDocument/2006/relationships/oleObject" Target="../embeddings/oleObject11.bin"/><Relationship Id="rId9" Type="http://schemas.openxmlformats.org/officeDocument/2006/relationships/image" Target="../media/image55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13" Type="http://schemas.openxmlformats.org/officeDocument/2006/relationships/image" Target="../media/image60.wmf"/><Relationship Id="rId3" Type="http://schemas.openxmlformats.org/officeDocument/2006/relationships/image" Target="../media/image52.jpeg"/><Relationship Id="rId7" Type="http://schemas.openxmlformats.org/officeDocument/2006/relationships/image" Target="../media/image57.wmf"/><Relationship Id="rId12" Type="http://schemas.openxmlformats.org/officeDocument/2006/relationships/oleObject" Target="../embeddings/oleObject18.bin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17.x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59.wmf"/><Relationship Id="rId5" Type="http://schemas.openxmlformats.org/officeDocument/2006/relationships/image" Target="../media/image56.wmf"/><Relationship Id="rId15" Type="http://schemas.openxmlformats.org/officeDocument/2006/relationships/image" Target="../media/image61.wmf"/><Relationship Id="rId10" Type="http://schemas.openxmlformats.org/officeDocument/2006/relationships/oleObject" Target="../embeddings/oleObject17.bin"/><Relationship Id="rId4" Type="http://schemas.openxmlformats.org/officeDocument/2006/relationships/oleObject" Target="../embeddings/oleObject14.bin"/><Relationship Id="rId9" Type="http://schemas.openxmlformats.org/officeDocument/2006/relationships/image" Target="../media/image58.wmf"/><Relationship Id="rId14" Type="http://schemas.openxmlformats.org/officeDocument/2006/relationships/oleObject" Target="../embeddings/oleObject19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emf"/><Relationship Id="rId2" Type="http://schemas.openxmlformats.org/officeDocument/2006/relationships/image" Target="../media/image62.emf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64.emf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emf"/><Relationship Id="rId2" Type="http://schemas.openxmlformats.org/officeDocument/2006/relationships/image" Target="../media/image65.emf"/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emf"/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emf"/><Relationship Id="rId2" Type="http://schemas.openxmlformats.org/officeDocument/2006/relationships/image" Target="../media/image68.emf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70.emf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emf"/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emf"/><Relationship Id="rId2" Type="http://schemas.openxmlformats.org/officeDocument/2006/relationships/image" Target="../media/image72.emf"/><Relationship Id="rId1" Type="http://schemas.openxmlformats.org/officeDocument/2006/relationships/slideLayout" Target="../slideLayouts/slideLayout1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emf"/><Relationship Id="rId2" Type="http://schemas.openxmlformats.org/officeDocument/2006/relationships/image" Target="../media/image74.emf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76.emf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emf"/><Relationship Id="rId1" Type="http://schemas.openxmlformats.org/officeDocument/2006/relationships/slideLayout" Target="../slideLayouts/slideLayout1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emf"/><Relationship Id="rId1" Type="http://schemas.openxmlformats.org/officeDocument/2006/relationships/slideLayout" Target="../slideLayouts/slideLayout1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emf"/><Relationship Id="rId2" Type="http://schemas.openxmlformats.org/officeDocument/2006/relationships/image" Target="../media/image79.emf"/><Relationship Id="rId1" Type="http://schemas.openxmlformats.org/officeDocument/2006/relationships/slideLayout" Target="../slideLayouts/slideLayout1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emf"/><Relationship Id="rId1" Type="http://schemas.openxmlformats.org/officeDocument/2006/relationships/slideLayout" Target="../slideLayouts/slideLayout1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emf"/><Relationship Id="rId1" Type="http://schemas.openxmlformats.org/officeDocument/2006/relationships/slideLayout" Target="../slideLayouts/slideLayout1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emf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emf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87.png"/><Relationship Id="rId5" Type="http://schemas.openxmlformats.org/officeDocument/2006/relationships/image" Target="../media/image86.emf"/><Relationship Id="rId4" Type="http://schemas.openxmlformats.org/officeDocument/2006/relationships/image" Target="../media/image8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8B0559B-B81E-49FA-AA9C-07A293580CF7}"/>
              </a:ext>
            </a:extLst>
          </p:cNvPr>
          <p:cNvSpPr/>
          <p:nvPr/>
        </p:nvSpPr>
        <p:spPr>
          <a:xfrm>
            <a:off x="1738319" y="1893214"/>
            <a:ext cx="8715375" cy="64633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endParaRPr lang="en-IN" altLang="en-US" sz="3600" b="1">
              <a:latin typeface="Times New Roman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267A9B-A69B-4479-BF0F-16E43224E4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8319" y="14289"/>
            <a:ext cx="8715375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819"/>
          <a:stretch/>
        </p:blipFill>
        <p:spPr bwMode="auto">
          <a:xfrm>
            <a:off x="2611836" y="2627944"/>
            <a:ext cx="8715375" cy="2662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30572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4716" y="0"/>
            <a:ext cx="11778017" cy="489364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571500" indent="-571500">
              <a:buFont typeface="Wingdings" pitchFamily="2" charset="2"/>
              <a:buChar char="q"/>
            </a:pPr>
            <a:r>
              <a:rPr lang="en-US" sz="4400">
                <a:latin typeface="Times New Roman"/>
                <a:cs typeface="Times New Roman"/>
              </a:rPr>
              <a:t>VVI NOTE ON PROBLEM:</a:t>
            </a:r>
          </a:p>
          <a:p>
            <a:pPr marL="571500" indent="-571500">
              <a:buFont typeface="Wingdings" pitchFamily="2" charset="2"/>
              <a:buChar char="ü"/>
            </a:pPr>
            <a:r>
              <a:rPr lang="en-US" sz="2800">
                <a:latin typeface="Times New Roman"/>
                <a:cs typeface="Times New Roman"/>
              </a:rPr>
              <a:t>If force and movement direction are same then the </a:t>
            </a:r>
            <a:r>
              <a:rPr lang="en-US" sz="2800" err="1">
                <a:latin typeface="Times New Roman"/>
                <a:cs typeface="Times New Roman"/>
              </a:rPr>
              <a:t>workdone</a:t>
            </a:r>
            <a:r>
              <a:rPr lang="en-US" sz="2800">
                <a:latin typeface="Times New Roman"/>
                <a:cs typeface="Times New Roman"/>
              </a:rPr>
              <a:t> is (+) </a:t>
            </a:r>
            <a:r>
              <a:rPr lang="en-US" sz="2800" err="1">
                <a:latin typeface="Times New Roman"/>
                <a:cs typeface="Times New Roman"/>
              </a:rPr>
              <a:t>ve</a:t>
            </a:r>
            <a:r>
              <a:rPr lang="en-US" sz="2800">
                <a:latin typeface="Times New Roman"/>
                <a:cs typeface="Times New Roman"/>
              </a:rPr>
              <a:t>.</a:t>
            </a:r>
          </a:p>
          <a:p>
            <a:pPr marL="571500" indent="-571500">
              <a:buFont typeface="Wingdings" pitchFamily="2" charset="2"/>
              <a:buChar char="ü"/>
            </a:pPr>
            <a:r>
              <a:rPr lang="en-US" sz="2800">
                <a:latin typeface="Times New Roman"/>
                <a:cs typeface="Times New Roman"/>
              </a:rPr>
              <a:t>If force and movement direction are opposite then the </a:t>
            </a:r>
            <a:r>
              <a:rPr lang="en-US" sz="2800" err="1">
                <a:latin typeface="Times New Roman"/>
                <a:cs typeface="Times New Roman"/>
              </a:rPr>
              <a:t>workdone</a:t>
            </a:r>
            <a:r>
              <a:rPr lang="en-US" sz="2800">
                <a:latin typeface="Times New Roman"/>
                <a:cs typeface="Times New Roman"/>
              </a:rPr>
              <a:t> is (-) </a:t>
            </a:r>
            <a:r>
              <a:rPr lang="en-US" sz="2800" err="1">
                <a:latin typeface="Times New Roman"/>
                <a:cs typeface="Times New Roman"/>
              </a:rPr>
              <a:t>ve</a:t>
            </a:r>
            <a:r>
              <a:rPr lang="en-US" sz="2800">
                <a:latin typeface="Times New Roman"/>
                <a:cs typeface="Times New Roman"/>
              </a:rPr>
              <a:t>.</a:t>
            </a:r>
          </a:p>
          <a:p>
            <a:pPr marL="571500" indent="-571500">
              <a:buFont typeface="Wingdings" pitchFamily="2" charset="2"/>
              <a:buChar char="ü"/>
            </a:pPr>
            <a:endParaRPr lang="en-US" sz="2800">
              <a:latin typeface="Times New Roman" pitchFamily="18" charset="0"/>
              <a:cs typeface="Times New Roman" pitchFamily="18" charset="0"/>
            </a:endParaRPr>
          </a:p>
          <a:p>
            <a:pPr marL="571500" indent="-571500" algn="just">
              <a:buFont typeface="Wingdings" pitchFamily="2" charset="2"/>
              <a:buChar char="v"/>
            </a:pPr>
            <a:r>
              <a:rPr lang="en-US" sz="2800">
                <a:latin typeface="Times New Roman"/>
                <a:cs typeface="Times New Roman"/>
              </a:rPr>
              <a:t>But here the total </a:t>
            </a:r>
            <a:r>
              <a:rPr lang="en-US" sz="2800" err="1">
                <a:latin typeface="Times New Roman"/>
                <a:cs typeface="Times New Roman"/>
              </a:rPr>
              <a:t>workdone</a:t>
            </a:r>
            <a:r>
              <a:rPr lang="en-US" sz="2800">
                <a:latin typeface="Times New Roman"/>
                <a:cs typeface="Times New Roman"/>
              </a:rPr>
              <a:t> is consider as positive and then derivative of displacement is done. So due to this derivation it automatically changed to actual + </a:t>
            </a:r>
            <a:r>
              <a:rPr lang="en-US" sz="2800" err="1">
                <a:latin typeface="Times New Roman"/>
                <a:cs typeface="Times New Roman"/>
              </a:rPr>
              <a:t>ve</a:t>
            </a:r>
            <a:r>
              <a:rPr lang="en-US" sz="2800">
                <a:latin typeface="Times New Roman"/>
                <a:cs typeface="Times New Roman"/>
              </a:rPr>
              <a:t> or – </a:t>
            </a:r>
            <a:r>
              <a:rPr lang="en-US" sz="2800" err="1">
                <a:latin typeface="Times New Roman"/>
                <a:cs typeface="Times New Roman"/>
              </a:rPr>
              <a:t>ve</a:t>
            </a:r>
            <a:r>
              <a:rPr lang="en-US" sz="2800">
                <a:latin typeface="Times New Roman"/>
                <a:cs typeface="Times New Roman"/>
              </a:rPr>
              <a:t> value as per point 1 and 2. </a:t>
            </a:r>
            <a:endParaRPr lang="en-US" sz="2800">
              <a:latin typeface="Times New Roman" pitchFamily="18" charset="0"/>
              <a:cs typeface="Times New Roman" pitchFamily="18" charset="0"/>
            </a:endParaRPr>
          </a:p>
          <a:p>
            <a:pPr marL="571500" indent="-571500" algn="just">
              <a:buFont typeface="Wingdings" pitchFamily="2" charset="2"/>
              <a:buChar char="v"/>
            </a:pPr>
            <a:r>
              <a:rPr lang="en-US" sz="2800">
                <a:latin typeface="Times New Roman"/>
                <a:cs typeface="Times New Roman"/>
              </a:rPr>
              <a:t>So two way we can do it, first find the magnitude of small displacement then according to direction of  force and displacement put the sign of </a:t>
            </a:r>
            <a:r>
              <a:rPr lang="en-US" sz="2800" err="1">
                <a:latin typeface="Times New Roman"/>
                <a:cs typeface="Times New Roman"/>
              </a:rPr>
              <a:t>workdone</a:t>
            </a:r>
            <a:r>
              <a:rPr lang="en-US" sz="2800">
                <a:latin typeface="Times New Roman"/>
                <a:cs typeface="Times New Roman"/>
              </a:rPr>
              <a:t>.</a:t>
            </a:r>
            <a:endParaRPr lang="en-US" sz="4400">
              <a:latin typeface="Times New Roman"/>
              <a:cs typeface="Times New Roman"/>
            </a:endParaRPr>
          </a:p>
          <a:p>
            <a:endParaRPr lang="en-US" sz="440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4287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051" y="847986"/>
            <a:ext cx="11645900" cy="529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59" name="TextBox 2"/>
          <p:cNvSpPr txBox="1">
            <a:spLocks noChangeArrowheads="1"/>
          </p:cNvSpPr>
          <p:nvPr/>
        </p:nvSpPr>
        <p:spPr bwMode="auto">
          <a:xfrm>
            <a:off x="0" y="7938"/>
            <a:ext cx="12192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IN" altLang="en-US" sz="3600" b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Applications of Principle of Virtual Work</a:t>
            </a:r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728663"/>
            <a:ext cx="12192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12"/>
          </p:nvPr>
        </p:nvSpPr>
        <p:spPr bwMode="auto">
          <a:xfrm>
            <a:off x="9201151" y="6456364"/>
            <a:ext cx="2844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AF740571-43D3-4948-8ED2-C2AF2AFD9B60}" type="slidenum">
              <a:rPr lang="en-US" altLang="en-US" sz="2200" smtClean="0">
                <a:solidFill>
                  <a:srgbClr val="898989"/>
                </a:solidFill>
                <a:latin typeface="Tahoma" pitchFamily="34" charset="0"/>
              </a:rPr>
              <a:pPr>
                <a:spcBef>
                  <a:spcPct val="0"/>
                </a:spcBef>
                <a:buFontTx/>
                <a:buNone/>
                <a:defRPr/>
              </a:pPr>
              <a:t>3</a:t>
            </a:fld>
            <a:endParaRPr lang="en-US" altLang="en-US" sz="2200">
              <a:solidFill>
                <a:srgbClr val="898989"/>
              </a:solidFill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3250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Box 2"/>
          <p:cNvSpPr txBox="1">
            <a:spLocks noChangeArrowheads="1"/>
          </p:cNvSpPr>
          <p:nvPr/>
        </p:nvSpPr>
        <p:spPr bwMode="auto">
          <a:xfrm>
            <a:off x="0" y="7938"/>
            <a:ext cx="12192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IN" altLang="en-US" sz="360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Problem 1</a:t>
            </a:r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728663"/>
            <a:ext cx="12192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608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973" y="681916"/>
            <a:ext cx="11836400" cy="567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5" name="TextBox 1"/>
          <p:cNvSpPr txBox="1">
            <a:spLocks noChangeArrowheads="1"/>
          </p:cNvSpPr>
          <p:nvPr/>
        </p:nvSpPr>
        <p:spPr bwMode="auto">
          <a:xfrm>
            <a:off x="190501" y="6408738"/>
            <a:ext cx="876009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85750" indent="-285750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 typeface="Wingdings" pitchFamily="2" charset="2"/>
              <a:buChar char="v"/>
            </a:pPr>
            <a:r>
              <a:rPr lang="en-US" altLang="en-US" sz="1800" b="1">
                <a:solidFill>
                  <a:srgbClr val="0000FF"/>
                </a:solidFill>
                <a:latin typeface="Tahoma" pitchFamily="34" charset="0"/>
              </a:rPr>
              <a:t>Note: </a:t>
            </a:r>
            <a:r>
              <a:rPr lang="en-US" altLang="en-US" sz="1800">
                <a:solidFill>
                  <a:srgbClr val="0000FF"/>
                </a:solidFill>
                <a:latin typeface="Tahoma" pitchFamily="34" charset="0"/>
              </a:rPr>
              <a:t>If the force and displacement direction are opposite then (-)ve work done.</a:t>
            </a:r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12"/>
          </p:nvPr>
        </p:nvSpPr>
        <p:spPr bwMode="auto">
          <a:xfrm>
            <a:off x="9347200" y="6456364"/>
            <a:ext cx="2844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012ACFCA-CC1C-4438-AFB3-46486D182377}" type="slidenum">
              <a:rPr lang="en-US" altLang="en-US" sz="2200" smtClean="0">
                <a:solidFill>
                  <a:srgbClr val="898989"/>
                </a:solidFill>
                <a:latin typeface="Tahoma" pitchFamily="34" charset="0"/>
              </a:rPr>
              <a:pPr>
                <a:spcBef>
                  <a:spcPct val="0"/>
                </a:spcBef>
                <a:buFontTx/>
                <a:buNone/>
                <a:defRPr/>
              </a:pPr>
              <a:t>4</a:t>
            </a:fld>
            <a:endParaRPr lang="en-US" altLang="en-US" sz="2200">
              <a:solidFill>
                <a:srgbClr val="898989"/>
              </a:solidFill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3736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Box 2"/>
          <p:cNvSpPr txBox="1">
            <a:spLocks noChangeArrowheads="1"/>
          </p:cNvSpPr>
          <p:nvPr/>
        </p:nvSpPr>
        <p:spPr bwMode="auto">
          <a:xfrm>
            <a:off x="0" y="7938"/>
            <a:ext cx="12192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IN" altLang="en-US" sz="3600" b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Principle of Virtual Work </a:t>
            </a:r>
            <a:r>
              <a:rPr lang="en-IN" altLang="en-US" sz="3600" i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(contd.)</a:t>
            </a:r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728663"/>
            <a:ext cx="12192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7108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242"/>
          <a:stretch>
            <a:fillRect/>
          </a:stretch>
        </p:blipFill>
        <p:spPr bwMode="auto">
          <a:xfrm>
            <a:off x="307976" y="1038226"/>
            <a:ext cx="11364383" cy="4868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1"/>
          <p:cNvSpPr>
            <a:spLocks noGrp="1"/>
          </p:cNvSpPr>
          <p:nvPr>
            <p:ph type="sldNum" sz="quarter" idx="12"/>
          </p:nvPr>
        </p:nvSpPr>
        <p:spPr bwMode="auto">
          <a:xfrm>
            <a:off x="9201151" y="6456364"/>
            <a:ext cx="2844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B138D1E5-0919-4732-89FA-B9399DF25D13}" type="slidenum">
              <a:rPr lang="en-US" altLang="en-US" sz="2200" smtClean="0">
                <a:solidFill>
                  <a:srgbClr val="898989"/>
                </a:solidFill>
                <a:latin typeface="Tahoma" pitchFamily="34" charset="0"/>
              </a:rPr>
              <a:pPr>
                <a:spcBef>
                  <a:spcPct val="0"/>
                </a:spcBef>
                <a:buFontTx/>
                <a:buNone/>
                <a:defRPr/>
              </a:pPr>
              <a:t>5</a:t>
            </a:fld>
            <a:endParaRPr lang="en-US" altLang="en-US" sz="2200">
              <a:solidFill>
                <a:srgbClr val="898989"/>
              </a:solidFill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8276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3" b="-2"/>
          <a:stretch>
            <a:fillRect/>
          </a:stretch>
        </p:blipFill>
        <p:spPr bwMode="auto">
          <a:xfrm>
            <a:off x="419100" y="901700"/>
            <a:ext cx="11353800" cy="4795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1" name="TextBox 2"/>
          <p:cNvSpPr txBox="1">
            <a:spLocks noChangeArrowheads="1"/>
          </p:cNvSpPr>
          <p:nvPr/>
        </p:nvSpPr>
        <p:spPr bwMode="auto">
          <a:xfrm>
            <a:off x="0" y="7938"/>
            <a:ext cx="12192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IN" altLang="en-US" sz="3600" b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Major Advantages of Virtual Work Method</a:t>
            </a:r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765175"/>
            <a:ext cx="12192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12"/>
          </p:nvPr>
        </p:nvSpPr>
        <p:spPr bwMode="auto">
          <a:xfrm>
            <a:off x="9201151" y="6456364"/>
            <a:ext cx="2844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087D3FCC-1F4B-467D-8FEA-43A61F4B7F27}" type="slidenum">
              <a:rPr lang="en-US" altLang="en-US" sz="2200" smtClean="0">
                <a:solidFill>
                  <a:srgbClr val="898989"/>
                </a:solidFill>
                <a:latin typeface="Tahoma" pitchFamily="34" charset="0"/>
              </a:rPr>
              <a:pPr>
                <a:spcBef>
                  <a:spcPct val="0"/>
                </a:spcBef>
                <a:buFontTx/>
                <a:buNone/>
                <a:defRPr/>
              </a:pPr>
              <a:t>6</a:t>
            </a:fld>
            <a:endParaRPr lang="en-US" altLang="en-US" sz="2200">
              <a:solidFill>
                <a:srgbClr val="898989"/>
              </a:solidFill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7393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" b="-2"/>
          <a:stretch>
            <a:fillRect/>
          </a:stretch>
        </p:blipFill>
        <p:spPr bwMode="auto">
          <a:xfrm>
            <a:off x="844551" y="1333501"/>
            <a:ext cx="10502900" cy="497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5" name="TextBox 2"/>
          <p:cNvSpPr txBox="1">
            <a:spLocks noChangeArrowheads="1"/>
          </p:cNvSpPr>
          <p:nvPr/>
        </p:nvSpPr>
        <p:spPr bwMode="auto">
          <a:xfrm>
            <a:off x="0" y="7939"/>
            <a:ext cx="12192000" cy="1201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IN" altLang="en-US" sz="3600" b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Principle of Virtual Work application to systems having Friction</a:t>
            </a:r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233488"/>
            <a:ext cx="12192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12"/>
          </p:nvPr>
        </p:nvSpPr>
        <p:spPr bwMode="auto">
          <a:xfrm>
            <a:off x="9201151" y="6456364"/>
            <a:ext cx="2844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09603ECB-C5EB-4B4F-A88E-9D2E816CB119}" type="slidenum">
              <a:rPr lang="en-US" altLang="en-US" sz="2200" smtClean="0">
                <a:solidFill>
                  <a:srgbClr val="898989"/>
                </a:solidFill>
                <a:latin typeface="Tahoma" pitchFamily="34" charset="0"/>
              </a:rPr>
              <a:pPr>
                <a:spcBef>
                  <a:spcPct val="0"/>
                </a:spcBef>
                <a:buFontTx/>
                <a:buNone/>
                <a:defRPr/>
              </a:pPr>
              <a:t>7</a:t>
            </a:fld>
            <a:endParaRPr lang="en-US" altLang="en-US" sz="2200">
              <a:solidFill>
                <a:srgbClr val="898989"/>
              </a:solidFill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7440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1"/>
          <a:stretch>
            <a:fillRect/>
          </a:stretch>
        </p:blipFill>
        <p:spPr bwMode="auto">
          <a:xfrm>
            <a:off x="402167" y="952500"/>
            <a:ext cx="11455400" cy="452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79" name="TextBox 4"/>
          <p:cNvSpPr txBox="1">
            <a:spLocks noChangeArrowheads="1"/>
          </p:cNvSpPr>
          <p:nvPr/>
        </p:nvSpPr>
        <p:spPr bwMode="auto">
          <a:xfrm>
            <a:off x="0" y="7938"/>
            <a:ext cx="12192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IN" altLang="en-US" sz="3600" b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Mechanical Efficiency(e)</a:t>
            </a:r>
          </a:p>
        </p:txBody>
      </p:sp>
      <p:cxnSp>
        <p:nvCxnSpPr>
          <p:cNvPr id="8" name="Straight Connector 7"/>
          <p:cNvCxnSpPr>
            <a:cxnSpLocks/>
          </p:cNvCxnSpPr>
          <p:nvPr/>
        </p:nvCxnSpPr>
        <p:spPr>
          <a:xfrm>
            <a:off x="0" y="765175"/>
            <a:ext cx="12192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/>
          <p:cNvSpPr>
            <a:spLocks noGrp="1"/>
          </p:cNvSpPr>
          <p:nvPr>
            <p:ph type="sldNum" sz="quarter" idx="12"/>
          </p:nvPr>
        </p:nvSpPr>
        <p:spPr bwMode="auto">
          <a:xfrm>
            <a:off x="9201151" y="6456364"/>
            <a:ext cx="2844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08EF404E-F4E5-4A8E-A0E7-79FFEB90A8A3}" type="slidenum">
              <a:rPr lang="en-US" altLang="en-US" sz="2200" smtClean="0">
                <a:solidFill>
                  <a:srgbClr val="898989"/>
                </a:solidFill>
                <a:latin typeface="Tahoma" pitchFamily="34" charset="0"/>
              </a:rPr>
              <a:pPr>
                <a:spcBef>
                  <a:spcPct val="0"/>
                </a:spcBef>
                <a:buFontTx/>
                <a:buNone/>
                <a:defRPr/>
              </a:pPr>
              <a:t>8</a:t>
            </a:fld>
            <a:endParaRPr lang="en-US" altLang="en-US" sz="2200">
              <a:solidFill>
                <a:srgbClr val="898989"/>
              </a:solidFill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1832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Picture 4"/>
          <p:cNvPicPr>
            <a:picLocks noChangeAspect="1"/>
          </p:cNvPicPr>
          <p:nvPr/>
        </p:nvPicPr>
        <p:blipFill>
          <a:blip r:embed="rId2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11"/>
          <a:stretch>
            <a:fillRect/>
          </a:stretch>
        </p:blipFill>
        <p:spPr bwMode="auto">
          <a:xfrm>
            <a:off x="95251" y="1449389"/>
            <a:ext cx="11882967" cy="170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1"/>
          <p:cNvSpPr>
            <a:spLocks noGrp="1"/>
          </p:cNvSpPr>
          <p:nvPr>
            <p:ph type="sldNum" sz="quarter" idx="12"/>
          </p:nvPr>
        </p:nvSpPr>
        <p:spPr bwMode="auto">
          <a:xfrm>
            <a:off x="9201151" y="6456364"/>
            <a:ext cx="2844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AB1E18A2-8422-4AEC-96FA-883071CAC634}" type="slidenum">
              <a:rPr lang="en-US" altLang="en-US" sz="2200" smtClean="0">
                <a:solidFill>
                  <a:srgbClr val="898989"/>
                </a:solidFill>
                <a:latin typeface="Tahoma" pitchFamily="34" charset="0"/>
              </a:rPr>
              <a:pPr>
                <a:spcBef>
                  <a:spcPct val="0"/>
                </a:spcBef>
                <a:buFontTx/>
                <a:buNone/>
                <a:defRPr/>
              </a:pPr>
              <a:t>9</a:t>
            </a:fld>
            <a:endParaRPr lang="en-US" altLang="en-US" sz="2200">
              <a:solidFill>
                <a:srgbClr val="898989"/>
              </a:solidFill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4904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4"/>
          <p:cNvPicPr>
            <a:picLocks noChangeAspect="1"/>
          </p:cNvPicPr>
          <p:nvPr/>
        </p:nvPicPr>
        <p:blipFill>
          <a:blip r:embed="rId2">
            <a:lum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1" y="823913"/>
            <a:ext cx="11952816" cy="109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227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5685" y="2568576"/>
            <a:ext cx="6836833" cy="33448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228" name="TextBox 1"/>
          <p:cNvSpPr txBox="1">
            <a:spLocks noChangeArrowheads="1"/>
          </p:cNvSpPr>
          <p:nvPr/>
        </p:nvSpPr>
        <p:spPr bwMode="auto">
          <a:xfrm>
            <a:off x="0" y="7938"/>
            <a:ext cx="12192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IN" altLang="en-US" sz="360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Problem 2</a:t>
            </a:r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728663"/>
            <a:ext cx="12192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12"/>
          </p:nvPr>
        </p:nvSpPr>
        <p:spPr bwMode="auto">
          <a:xfrm>
            <a:off x="9201151" y="6456364"/>
            <a:ext cx="2844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02BC5979-C7F3-4262-ADF6-FE233FDF3E51}" type="slidenum">
              <a:rPr lang="en-US" altLang="en-US" sz="2200" smtClean="0">
                <a:solidFill>
                  <a:srgbClr val="898989"/>
                </a:solidFill>
                <a:latin typeface="Tahoma" pitchFamily="34" charset="0"/>
              </a:rPr>
              <a:pPr>
                <a:spcBef>
                  <a:spcPct val="0"/>
                </a:spcBef>
                <a:buFontTx/>
                <a:buNone/>
                <a:defRPr/>
              </a:pPr>
              <a:t>10</a:t>
            </a:fld>
            <a:endParaRPr lang="en-US" altLang="en-US" sz="2200">
              <a:solidFill>
                <a:srgbClr val="898989"/>
              </a:solidFill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927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7" name="TextBox 1"/>
          <p:cNvSpPr txBox="1">
            <a:spLocks noChangeArrowheads="1"/>
          </p:cNvSpPr>
          <p:nvPr/>
        </p:nvSpPr>
        <p:spPr bwMode="auto">
          <a:xfrm>
            <a:off x="143934" y="-63500"/>
            <a:ext cx="11904133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IN" altLang="en-US" sz="360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Problem 2 </a:t>
            </a:r>
            <a:r>
              <a:rPr lang="en-IN" altLang="en-US" sz="3600" i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(contd.)</a:t>
            </a:r>
          </a:p>
          <a:p>
            <a:pPr>
              <a:spcBef>
                <a:spcPct val="0"/>
              </a:spcBef>
              <a:buFontTx/>
              <a:buNone/>
            </a:pPr>
            <a:endParaRPr lang="en-IN" altLang="en-US" sz="1800">
              <a:latin typeface="Tahoma" pitchFamily="34" charset="0"/>
            </a:endParaRPr>
          </a:p>
        </p:txBody>
      </p:sp>
      <p:cxnSp>
        <p:nvCxnSpPr>
          <p:cNvPr id="11" name="Straight Connector 10"/>
          <p:cNvCxnSpPr>
            <a:cxnSpLocks/>
          </p:cNvCxnSpPr>
          <p:nvPr/>
        </p:nvCxnSpPr>
        <p:spPr>
          <a:xfrm>
            <a:off x="0" y="620713"/>
            <a:ext cx="12192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1"/>
          <p:cNvSpPr>
            <a:spLocks noGrp="1"/>
          </p:cNvSpPr>
          <p:nvPr>
            <p:ph type="sldNum" sz="quarter" idx="12"/>
          </p:nvPr>
        </p:nvSpPr>
        <p:spPr bwMode="auto">
          <a:xfrm>
            <a:off x="9201151" y="6456364"/>
            <a:ext cx="2844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D079A6E5-866C-44F3-8E9B-293BF508F3E3}" type="slidenum">
              <a:rPr lang="en-US" altLang="en-US" sz="2200" smtClean="0">
                <a:solidFill>
                  <a:srgbClr val="898989"/>
                </a:solidFill>
                <a:latin typeface="Tahoma" pitchFamily="34" charset="0"/>
              </a:rPr>
              <a:pPr>
                <a:spcBef>
                  <a:spcPct val="0"/>
                </a:spcBef>
                <a:buFontTx/>
                <a:buNone/>
                <a:defRPr/>
              </a:pPr>
              <a:t>11</a:t>
            </a:fld>
            <a:endParaRPr lang="en-US" altLang="en-US" sz="2200">
              <a:solidFill>
                <a:srgbClr val="898989"/>
              </a:solidFill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67244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4375"/>
          </a:xfrm>
        </p:spPr>
        <p:txBody>
          <a:bodyPr/>
          <a:lstStyle/>
          <a:p>
            <a:r>
              <a:rPr lang="en-US" altLang="en-US" sz="360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Problem 3</a:t>
            </a:r>
          </a:p>
        </p:txBody>
      </p:sp>
      <p:pic>
        <p:nvPicPr>
          <p:cNvPr id="54275" name="Picture 3" descr="msotw9_temp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167" y="1150938"/>
            <a:ext cx="3454400" cy="20891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4276" name="Picture 4" descr="msotw9_temp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017" y="3609976"/>
            <a:ext cx="3759200" cy="27606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4277" name="Text Box 5"/>
          <p:cNvSpPr txBox="1">
            <a:spLocks noChangeArrowheads="1"/>
          </p:cNvSpPr>
          <p:nvPr/>
        </p:nvSpPr>
        <p:spPr bwMode="auto">
          <a:xfrm>
            <a:off x="4322234" y="836613"/>
            <a:ext cx="7869767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just">
              <a:spcBef>
                <a:spcPct val="50000"/>
              </a:spcBef>
              <a:buFont typeface="Wingdings" pitchFamily="2" charset="2"/>
              <a:buChar char="q"/>
            </a:pPr>
            <a:r>
              <a:rPr lang="en-US" altLang="en-US" sz="2400">
                <a:latin typeface="Times New Roman" pitchFamily="18" charset="0"/>
                <a:cs typeface="Times New Roman" pitchFamily="18" charset="0"/>
              </a:rPr>
              <a:t>Determine the magnitude of the couple </a:t>
            </a:r>
            <a:r>
              <a:rPr lang="en-US" altLang="en-US" sz="2400" i="1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en-US" sz="2400">
                <a:latin typeface="Times New Roman" pitchFamily="18" charset="0"/>
                <a:cs typeface="Times New Roman" pitchFamily="18" charset="0"/>
              </a:rPr>
              <a:t> required to maintain the equilibrium of the mechanism shown in </a:t>
            </a:r>
            <a:r>
              <a:rPr lang="en-US" altLang="en-US" sz="2400" b="1">
                <a:latin typeface="Times New Roman" pitchFamily="18" charset="0"/>
                <a:cs typeface="Times New Roman" pitchFamily="18" charset="0"/>
              </a:rPr>
              <a:t>Fig(a)</a:t>
            </a:r>
            <a:r>
              <a:rPr lang="en-US" altLang="en-US" sz="2400">
                <a:latin typeface="Times New Roman" pitchFamily="18" charset="0"/>
                <a:cs typeface="Times New Roman" pitchFamily="18" charset="0"/>
              </a:rPr>
              <a:t>?</a:t>
            </a:r>
          </a:p>
        </p:txBody>
      </p:sp>
      <p:grpSp>
        <p:nvGrpSpPr>
          <p:cNvPr id="13323" name="Group 11"/>
          <p:cNvGrpSpPr>
            <a:grpSpLocks/>
          </p:cNvGrpSpPr>
          <p:nvPr/>
        </p:nvGrpSpPr>
        <p:grpSpPr bwMode="auto">
          <a:xfrm>
            <a:off x="4322234" y="2411320"/>
            <a:ext cx="7869767" cy="2016125"/>
            <a:chOff x="2042" y="1111"/>
            <a:chExt cx="3718" cy="1270"/>
          </a:xfrm>
        </p:grpSpPr>
        <p:sp>
          <p:nvSpPr>
            <p:cNvPr id="54286" name="Text Box 6"/>
            <p:cNvSpPr txBox="1">
              <a:spLocks noChangeArrowheads="1"/>
            </p:cNvSpPr>
            <p:nvPr/>
          </p:nvSpPr>
          <p:spPr bwMode="auto">
            <a:xfrm>
              <a:off x="2042" y="1111"/>
              <a:ext cx="3718" cy="6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227013" indent="-227013"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just">
                <a:spcBef>
                  <a:spcPct val="50000"/>
                </a:spcBef>
                <a:buFontTx/>
                <a:buNone/>
              </a:pPr>
              <a:r>
                <a:rPr lang="en-US" altLang="en-US" sz="2400" b="1" u="sng">
                  <a:latin typeface="Times New Roman" pitchFamily="18" charset="0"/>
                </a:rPr>
                <a:t>SOLUTION</a:t>
              </a:r>
              <a:r>
                <a:rPr lang="en-US" altLang="en-US" sz="2400">
                  <a:latin typeface="Times New Roman" pitchFamily="18" charset="0"/>
                </a:rPr>
                <a:t>:</a:t>
              </a:r>
            </a:p>
            <a:p>
              <a:pPr algn="just">
                <a:spcBef>
                  <a:spcPct val="50000"/>
                </a:spcBef>
                <a:buFont typeface="Wingdings" pitchFamily="2" charset="2"/>
                <a:buChar char="Ø"/>
              </a:pPr>
              <a:r>
                <a:rPr lang="en-US" altLang="en-US" sz="2400">
                  <a:latin typeface="Times New Roman" pitchFamily="18" charset="0"/>
                </a:rPr>
                <a:t>Apply the principle of virtual work,</a:t>
              </a:r>
            </a:p>
          </p:txBody>
        </p:sp>
        <p:graphicFrame>
          <p:nvGraphicFramePr>
            <p:cNvPr id="54287" name="Object 7"/>
            <p:cNvGraphicFramePr>
              <a:graphicFrameLocks noChangeAspect="1"/>
            </p:cNvGraphicFramePr>
            <p:nvPr/>
          </p:nvGraphicFramePr>
          <p:xfrm>
            <a:off x="2334" y="1973"/>
            <a:ext cx="1272" cy="4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019300" imgH="647700" progId="Equation.3">
                    <p:embed/>
                  </p:oleObj>
                </mc:Choice>
                <mc:Fallback>
                  <p:oleObj name="Equation" r:id="rId4" imgW="2019300" imgH="647700" progId="Equation.3">
                    <p:embed/>
                    <p:pic>
                      <p:nvPicPr>
                        <p:cNvPr id="54287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34" y="1973"/>
                          <a:ext cx="1272" cy="4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320" name="Object 8"/>
          <p:cNvGraphicFramePr>
            <a:graphicFrameLocks noChangeAspect="1"/>
          </p:cNvGraphicFramePr>
          <p:nvPr/>
        </p:nvGraphicFramePr>
        <p:xfrm>
          <a:off x="5753100" y="4545013"/>
          <a:ext cx="2167467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25600" imgH="647700" progId="Equation.3">
                  <p:embed/>
                </p:oleObj>
              </mc:Choice>
              <mc:Fallback>
                <p:oleObj name="Equation" r:id="rId6" imgW="1625600" imgH="647700" progId="Equation.3">
                  <p:embed/>
                  <p:pic>
                    <p:nvPicPr>
                      <p:cNvPr id="1332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3100" y="4545013"/>
                        <a:ext cx="2167467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324" name="Group 12"/>
          <p:cNvGrpSpPr>
            <a:grpSpLocks/>
          </p:cNvGrpSpPr>
          <p:nvPr/>
        </p:nvGrpSpPr>
        <p:grpSpPr bwMode="auto">
          <a:xfrm>
            <a:off x="4963584" y="5445125"/>
            <a:ext cx="5052483" cy="788988"/>
            <a:chOff x="2438" y="2819"/>
            <a:chExt cx="2387" cy="497"/>
          </a:xfrm>
        </p:grpSpPr>
        <p:graphicFrame>
          <p:nvGraphicFramePr>
            <p:cNvPr id="54284" name="Object 9"/>
            <p:cNvGraphicFramePr>
              <a:graphicFrameLocks noChangeAspect="1"/>
            </p:cNvGraphicFramePr>
            <p:nvPr/>
          </p:nvGraphicFramePr>
          <p:xfrm>
            <a:off x="2438" y="2819"/>
            <a:ext cx="1504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2387600" imgH="279400" progId="Equation.3">
                    <p:embed/>
                  </p:oleObj>
                </mc:Choice>
                <mc:Fallback>
                  <p:oleObj name="Equation" r:id="rId8" imgW="2387600" imgH="279400" progId="Equation.3">
                    <p:embed/>
                    <p:pic>
                      <p:nvPicPr>
                        <p:cNvPr id="54284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38" y="2819"/>
                          <a:ext cx="1504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285" name="Object 10"/>
            <p:cNvGraphicFramePr>
              <a:graphicFrameLocks noChangeAspect="1"/>
            </p:cNvGraphicFramePr>
            <p:nvPr/>
          </p:nvGraphicFramePr>
          <p:xfrm>
            <a:off x="4017" y="3172"/>
            <a:ext cx="808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282700" imgH="228600" progId="Equation.3">
                    <p:embed/>
                  </p:oleObj>
                </mc:Choice>
                <mc:Fallback>
                  <p:oleObj name="Equation" r:id="rId10" imgW="1282700" imgH="228600" progId="Equation.3">
                    <p:embed/>
                    <p:pic>
                      <p:nvPicPr>
                        <p:cNvPr id="54285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7" y="3172"/>
                          <a:ext cx="808" cy="144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14" name="Straight Connector 13"/>
          <p:cNvCxnSpPr>
            <a:cxnSpLocks/>
          </p:cNvCxnSpPr>
          <p:nvPr/>
        </p:nvCxnSpPr>
        <p:spPr>
          <a:xfrm>
            <a:off x="0" y="728663"/>
            <a:ext cx="12192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4282" name="TextBox 1"/>
          <p:cNvSpPr txBox="1">
            <a:spLocks noChangeArrowheads="1"/>
          </p:cNvSpPr>
          <p:nvPr/>
        </p:nvSpPr>
        <p:spPr bwMode="auto">
          <a:xfrm>
            <a:off x="1631951" y="3213100"/>
            <a:ext cx="77457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 u="sng">
                <a:latin typeface="Times New Roman" pitchFamily="18" charset="0"/>
                <a:cs typeface="Times New Roman" pitchFamily="18" charset="0"/>
              </a:rPr>
              <a:t>Fig(a)</a:t>
            </a:r>
            <a:endParaRPr lang="en-IN" altLang="en-US" sz="1800" u="sng">
              <a:latin typeface="Tahoma" pitchFamily="34" charset="0"/>
            </a:endParaRPr>
          </a:p>
        </p:txBody>
      </p:sp>
      <p:sp>
        <p:nvSpPr>
          <p:cNvPr id="16" name="Slide Number Placeholder 1"/>
          <p:cNvSpPr>
            <a:spLocks noGrp="1"/>
          </p:cNvSpPr>
          <p:nvPr>
            <p:ph type="sldNum" sz="quarter" idx="12"/>
          </p:nvPr>
        </p:nvSpPr>
        <p:spPr bwMode="auto">
          <a:xfrm>
            <a:off x="9201151" y="6456364"/>
            <a:ext cx="2844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6E0B0E0C-B2C7-415C-B2BC-19A35FBF6B58}" type="slidenum">
              <a:rPr lang="en-US" altLang="en-US" sz="2200" smtClean="0">
                <a:solidFill>
                  <a:srgbClr val="898989"/>
                </a:solidFill>
                <a:latin typeface="Tahoma" pitchFamily="34" charset="0"/>
              </a:rPr>
              <a:pPr>
                <a:spcBef>
                  <a:spcPct val="0"/>
                </a:spcBef>
                <a:buFontTx/>
                <a:buNone/>
                <a:defRPr/>
              </a:pPr>
              <a:t>12</a:t>
            </a:fld>
            <a:endParaRPr lang="en-US" altLang="en-US" sz="2200">
              <a:solidFill>
                <a:srgbClr val="898989"/>
              </a:solidFill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1210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36" y="979877"/>
            <a:ext cx="12192000" cy="577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299" name="TextBox 2"/>
          <p:cNvSpPr txBox="1">
            <a:spLocks noChangeArrowheads="1"/>
          </p:cNvSpPr>
          <p:nvPr/>
        </p:nvSpPr>
        <p:spPr bwMode="auto">
          <a:xfrm>
            <a:off x="0" y="1"/>
            <a:ext cx="12192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IN" altLang="en-US" sz="360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Problem 4</a:t>
            </a:r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728663"/>
            <a:ext cx="12192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12"/>
          </p:nvPr>
        </p:nvSpPr>
        <p:spPr bwMode="auto">
          <a:xfrm>
            <a:off x="9201151" y="6456364"/>
            <a:ext cx="2844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C4E50533-A0AA-43A0-BD0A-539D1D8D3A3D}" type="slidenum">
              <a:rPr lang="en-US" altLang="en-US" sz="2200" smtClean="0">
                <a:solidFill>
                  <a:srgbClr val="898989"/>
                </a:solidFill>
                <a:latin typeface="Tahoma" pitchFamily="34" charset="0"/>
              </a:rPr>
              <a:pPr>
                <a:spcBef>
                  <a:spcPct val="0"/>
                </a:spcBef>
                <a:buFontTx/>
                <a:buNone/>
                <a:defRPr/>
              </a:pPr>
              <a:t>13</a:t>
            </a:fld>
            <a:endParaRPr lang="en-US" altLang="en-US" sz="2200">
              <a:solidFill>
                <a:srgbClr val="898989"/>
              </a:solidFill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56759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2" name="Picture 5"/>
          <p:cNvPicPr>
            <a:picLocks noChangeAspect="1"/>
          </p:cNvPicPr>
          <p:nvPr/>
        </p:nvPicPr>
        <p:blipFill>
          <a:blip r:embed="rId2">
            <a:lum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17" y="727756"/>
            <a:ext cx="12194117" cy="219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23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2101" y="3176588"/>
            <a:ext cx="6625167" cy="33845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324" name="TextBox 1"/>
          <p:cNvSpPr txBox="1">
            <a:spLocks noChangeArrowheads="1"/>
          </p:cNvSpPr>
          <p:nvPr/>
        </p:nvSpPr>
        <p:spPr bwMode="auto">
          <a:xfrm>
            <a:off x="-2117" y="1"/>
            <a:ext cx="1219411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IN" altLang="en-US" sz="360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Problem 5</a:t>
            </a:r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728663"/>
            <a:ext cx="12192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12"/>
          </p:nvPr>
        </p:nvSpPr>
        <p:spPr bwMode="auto">
          <a:xfrm>
            <a:off x="9201151" y="6456364"/>
            <a:ext cx="2844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CCBFE97C-E88C-4538-AC0F-25125A905220}" type="slidenum">
              <a:rPr lang="en-US" altLang="en-US" sz="2200" smtClean="0">
                <a:solidFill>
                  <a:srgbClr val="898989"/>
                </a:solidFill>
                <a:latin typeface="Tahoma" pitchFamily="34" charset="0"/>
              </a:rPr>
              <a:pPr>
                <a:spcBef>
                  <a:spcPct val="0"/>
                </a:spcBef>
                <a:buFontTx/>
                <a:buNone/>
                <a:defRPr/>
              </a:pPr>
              <a:t>14</a:t>
            </a:fld>
            <a:endParaRPr lang="en-US" altLang="en-US" sz="2200">
              <a:solidFill>
                <a:srgbClr val="898989"/>
              </a:solidFill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40735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66814"/>
            <a:ext cx="8595784" cy="543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47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2385" y="852488"/>
            <a:ext cx="5160433" cy="30083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348" name="TextBox 1"/>
          <p:cNvSpPr txBox="1">
            <a:spLocks noChangeArrowheads="1"/>
          </p:cNvSpPr>
          <p:nvPr/>
        </p:nvSpPr>
        <p:spPr bwMode="auto">
          <a:xfrm>
            <a:off x="0" y="7939"/>
            <a:ext cx="121920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IN" altLang="en-US" sz="360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Problem 5 </a:t>
            </a:r>
            <a:r>
              <a:rPr lang="en-IN" altLang="en-US" sz="3600" i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(contd.)</a:t>
            </a:r>
          </a:p>
          <a:p>
            <a:pPr>
              <a:spcBef>
                <a:spcPct val="0"/>
              </a:spcBef>
              <a:buFontTx/>
              <a:buNone/>
            </a:pPr>
            <a:endParaRPr lang="en-IN" altLang="en-US" sz="1800">
              <a:latin typeface="Tahoma" pitchFamily="34" charset="0"/>
            </a:endParaRPr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728663"/>
            <a:ext cx="12192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12"/>
          </p:nvPr>
        </p:nvSpPr>
        <p:spPr bwMode="auto">
          <a:xfrm>
            <a:off x="9201151" y="6456364"/>
            <a:ext cx="2844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61F0BD67-10B5-4069-B27F-446537D43069}" type="slidenum">
              <a:rPr lang="en-US" altLang="en-US" sz="2200" smtClean="0">
                <a:solidFill>
                  <a:srgbClr val="898989"/>
                </a:solidFill>
                <a:latin typeface="Tahoma" pitchFamily="34" charset="0"/>
              </a:rPr>
              <a:pPr>
                <a:spcBef>
                  <a:spcPct val="0"/>
                </a:spcBef>
                <a:buFontTx/>
                <a:buNone/>
                <a:defRPr/>
              </a:pPr>
              <a:t>15</a:t>
            </a:fld>
            <a:endParaRPr lang="en-US" altLang="en-US" sz="2200">
              <a:solidFill>
                <a:srgbClr val="898989"/>
              </a:solidFill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99879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70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10"/>
          <a:stretch>
            <a:fillRect/>
          </a:stretch>
        </p:blipFill>
        <p:spPr bwMode="auto">
          <a:xfrm>
            <a:off x="533400" y="927100"/>
            <a:ext cx="11125200" cy="4910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371" name="TextBox 2"/>
          <p:cNvSpPr txBox="1">
            <a:spLocks noChangeArrowheads="1"/>
          </p:cNvSpPr>
          <p:nvPr/>
        </p:nvSpPr>
        <p:spPr bwMode="auto">
          <a:xfrm>
            <a:off x="0" y="7938"/>
            <a:ext cx="12192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IN" altLang="en-US" sz="3600" b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Degrees of Freedom </a:t>
            </a:r>
            <a:r>
              <a:rPr lang="en-IN" altLang="en-US" sz="3600" b="1" i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(DOF)</a:t>
            </a:r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728663"/>
            <a:ext cx="12192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12"/>
          </p:nvPr>
        </p:nvSpPr>
        <p:spPr bwMode="auto">
          <a:xfrm>
            <a:off x="9201151" y="6456364"/>
            <a:ext cx="2844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79020D9E-AB57-4DBB-9E75-3401334FF1A9}" type="slidenum">
              <a:rPr lang="en-US" altLang="en-US" sz="2200" smtClean="0">
                <a:solidFill>
                  <a:srgbClr val="898989"/>
                </a:solidFill>
                <a:latin typeface="Tahoma" pitchFamily="34" charset="0"/>
              </a:rPr>
              <a:pPr>
                <a:spcBef>
                  <a:spcPct val="0"/>
                </a:spcBef>
                <a:buFontTx/>
                <a:buNone/>
                <a:defRPr/>
              </a:pPr>
              <a:t>16</a:t>
            </a:fld>
            <a:endParaRPr lang="en-US" altLang="en-US" sz="2200">
              <a:solidFill>
                <a:srgbClr val="898989"/>
              </a:solidFill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26032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9" name="Picture 1">
            <a:extLst>
              <a:ext uri="{FF2B5EF4-FFF2-40B4-BE49-F238E27FC236}">
                <a16:creationId xmlns:a16="http://schemas.microsoft.com/office/drawing/2014/main" id="{B358EF3F-1497-4194-A772-02B5CA426F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6"/>
          <a:stretch/>
        </p:blipFill>
        <p:spPr bwMode="auto">
          <a:xfrm>
            <a:off x="777922" y="948150"/>
            <a:ext cx="10604311" cy="57529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0" name="TextBox 2">
            <a:extLst>
              <a:ext uri="{FF2B5EF4-FFF2-40B4-BE49-F238E27FC236}">
                <a16:creationId xmlns:a16="http://schemas.microsoft.com/office/drawing/2014/main" id="{E7478809-94A3-4BF9-BA32-D5BF9557BD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938"/>
            <a:ext cx="12192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IN" altLang="en-US" sz="3600" b="1">
                <a:solidFill>
                  <a:srgbClr val="0000FF"/>
                </a:solidFill>
                <a:latin typeface="Times New Roman"/>
                <a:cs typeface="Times New Roman"/>
              </a:rPr>
              <a:t>Potential Energy &amp; Stability</a:t>
            </a:r>
            <a:endParaRPr lang="en-IN" altLang="en-US" sz="3600" b="1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6B0EC80-E346-4075-A744-BDBB056F1ADD}"/>
              </a:ext>
            </a:extLst>
          </p:cNvPr>
          <p:cNvCxnSpPr>
            <a:cxnSpLocks/>
          </p:cNvCxnSpPr>
          <p:nvPr/>
        </p:nvCxnSpPr>
        <p:spPr>
          <a:xfrm flipV="1">
            <a:off x="0" y="765175"/>
            <a:ext cx="12192000" cy="5238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12"/>
          </p:nvPr>
        </p:nvSpPr>
        <p:spPr bwMode="auto">
          <a:xfrm>
            <a:off x="9201151" y="6456364"/>
            <a:ext cx="2844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79020D9E-AB57-4DBB-9E75-3401334FF1A9}" type="slidenum">
              <a:rPr lang="en-US" altLang="en-US" sz="2200" smtClean="0">
                <a:solidFill>
                  <a:srgbClr val="898989"/>
                </a:solidFill>
                <a:latin typeface="Tahoma" pitchFamily="34" charset="0"/>
              </a:rPr>
              <a:pPr>
                <a:spcBef>
                  <a:spcPct val="0"/>
                </a:spcBef>
                <a:buFontTx/>
                <a:buNone/>
                <a:defRPr/>
              </a:pPr>
              <a:t>17</a:t>
            </a:fld>
            <a:endParaRPr lang="en-US" altLang="en-US" sz="2200">
              <a:solidFill>
                <a:srgbClr val="898989"/>
              </a:solidFill>
              <a:latin typeface="Tahoma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3" name="Picture 4">
            <a:extLst>
              <a:ext uri="{FF2B5EF4-FFF2-40B4-BE49-F238E27FC236}">
                <a16:creationId xmlns:a16="http://schemas.microsoft.com/office/drawing/2014/main" id="{2E5B53BA-0648-4A90-861C-AE08286DACC9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229" y="0"/>
            <a:ext cx="9990162" cy="645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EF16CA6-49F9-4413-8360-76AB0D25C0A5}"/>
              </a:ext>
            </a:extLst>
          </p:cNvPr>
          <p:cNvCxnSpPr>
            <a:cxnSpLocks/>
          </p:cNvCxnSpPr>
          <p:nvPr/>
        </p:nvCxnSpPr>
        <p:spPr>
          <a:xfrm>
            <a:off x="74840" y="584282"/>
            <a:ext cx="7427915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1"/>
          <p:cNvSpPr>
            <a:spLocks noGrp="1"/>
          </p:cNvSpPr>
          <p:nvPr>
            <p:ph type="sldNum" sz="quarter" idx="12"/>
          </p:nvPr>
        </p:nvSpPr>
        <p:spPr bwMode="auto">
          <a:xfrm>
            <a:off x="9201151" y="6456364"/>
            <a:ext cx="2844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79020D9E-AB57-4DBB-9E75-3401334FF1A9}" type="slidenum">
              <a:rPr lang="en-US" altLang="en-US" sz="2200" smtClean="0">
                <a:solidFill>
                  <a:srgbClr val="898989"/>
                </a:solidFill>
                <a:latin typeface="Tahoma" pitchFamily="34" charset="0"/>
              </a:rPr>
              <a:pPr>
                <a:spcBef>
                  <a:spcPct val="0"/>
                </a:spcBef>
                <a:buFontTx/>
                <a:buNone/>
                <a:defRPr/>
              </a:pPr>
              <a:t>18</a:t>
            </a:fld>
            <a:endParaRPr lang="en-US" altLang="en-US" sz="2200">
              <a:solidFill>
                <a:srgbClr val="898989"/>
              </a:solidFill>
              <a:latin typeface="Tahoma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7" name="Picture 1">
            <a:extLst>
              <a:ext uri="{FF2B5EF4-FFF2-40B4-BE49-F238E27FC236}">
                <a16:creationId xmlns:a16="http://schemas.microsoft.com/office/drawing/2014/main" id="{6F06CCD7-05C0-47E1-BCE4-9B49C3153B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7052"/>
          <a:stretch/>
        </p:blipFill>
        <p:spPr bwMode="auto">
          <a:xfrm>
            <a:off x="1966920" y="838917"/>
            <a:ext cx="9360722" cy="4860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8" name="TextBox 2">
            <a:extLst>
              <a:ext uri="{FF2B5EF4-FFF2-40B4-BE49-F238E27FC236}">
                <a16:creationId xmlns:a16="http://schemas.microsoft.com/office/drawing/2014/main" id="{55493685-7C30-46D6-9A80-2A77686442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6038"/>
            <a:ext cx="12192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IN" altLang="en-US" sz="36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Elastic Potential Energy of Torsional Spring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8188947-FBA9-4A00-BE7F-E594D66ED31A}"/>
              </a:ext>
            </a:extLst>
          </p:cNvPr>
          <p:cNvCxnSpPr>
            <a:cxnSpLocks/>
          </p:cNvCxnSpPr>
          <p:nvPr/>
        </p:nvCxnSpPr>
        <p:spPr>
          <a:xfrm>
            <a:off x="0" y="689330"/>
            <a:ext cx="12192000" cy="0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14912" y="838917"/>
            <a:ext cx="737702" cy="48628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>
                <a:solidFill>
                  <a:srgbClr val="0000FF"/>
                </a:solidFill>
              </a:rPr>
              <a:t>    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b="1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b="1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b="1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b="1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>
                <a:solidFill>
                  <a:srgbClr val="0000FF"/>
                </a:solidFill>
              </a:rPr>
              <a:t>  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b="1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b="1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b="1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b="1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>
                <a:solidFill>
                  <a:srgbClr val="0000FF"/>
                </a:solidFill>
              </a:rPr>
              <a:t> 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600" b="1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b="1">
              <a:solidFill>
                <a:srgbClr val="0000FF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>
                <a:solidFill>
                  <a:srgbClr val="0000FF"/>
                </a:solidFill>
              </a:rPr>
              <a:t> 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200" b="1">
              <a:solidFill>
                <a:srgbClr val="0000FF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b="1">
              <a:solidFill>
                <a:srgbClr val="0000FF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>
                <a:solidFill>
                  <a:srgbClr val="0000FF"/>
                </a:solidFill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b="1"/>
          </a:p>
        </p:txBody>
      </p:sp>
      <p:sp>
        <p:nvSpPr>
          <p:cNvPr id="8" name="TextBox 7"/>
          <p:cNvSpPr txBox="1"/>
          <p:nvPr/>
        </p:nvSpPr>
        <p:spPr>
          <a:xfrm>
            <a:off x="95535" y="5645004"/>
            <a:ext cx="11668835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20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Note: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If the spring is compressed then the energy is stored in spring. This is (+)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energy in spring.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endParaRPr lang="en-US" sz="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So, the work done on the body should be (–)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of spring stored energy. In Virtual work technique, we should consider the energy on the body not the spring.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12"/>
          </p:nvPr>
        </p:nvSpPr>
        <p:spPr bwMode="auto">
          <a:xfrm>
            <a:off x="9201151" y="6456364"/>
            <a:ext cx="2844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79020D9E-AB57-4DBB-9E75-3401334FF1A9}" type="slidenum">
              <a:rPr lang="en-US" altLang="en-US" sz="2200" smtClean="0">
                <a:solidFill>
                  <a:srgbClr val="898989"/>
                </a:solidFill>
                <a:latin typeface="Tahoma" pitchFamily="34" charset="0"/>
              </a:rPr>
              <a:pPr>
                <a:spcBef>
                  <a:spcPct val="0"/>
                </a:spcBef>
                <a:buFontTx/>
                <a:buNone/>
                <a:defRPr/>
              </a:pPr>
              <a:t>19</a:t>
            </a:fld>
            <a:endParaRPr lang="en-US" altLang="en-US" sz="2200">
              <a:solidFill>
                <a:srgbClr val="898989"/>
              </a:solidFill>
              <a:latin typeface="Tahoma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1" name="Picture 4">
            <a:extLst>
              <a:ext uri="{FF2B5EF4-FFF2-40B4-BE49-F238E27FC236}">
                <a16:creationId xmlns:a16="http://schemas.microsoft.com/office/drawing/2014/main" id="{35028FC0-0C6C-4B46-AAE3-C43C3E6AAD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77"/>
          <a:stretch/>
        </p:blipFill>
        <p:spPr bwMode="auto">
          <a:xfrm>
            <a:off x="3046562" y="171064"/>
            <a:ext cx="8847139" cy="6582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D64CCD1-715D-4682-8951-70666DC0EE3B}"/>
              </a:ext>
            </a:extLst>
          </p:cNvPr>
          <p:cNvCxnSpPr>
            <a:cxnSpLocks/>
          </p:cNvCxnSpPr>
          <p:nvPr/>
        </p:nvCxnSpPr>
        <p:spPr>
          <a:xfrm>
            <a:off x="-72081" y="235268"/>
            <a:ext cx="7287904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-13645" y="1045991"/>
            <a:ext cx="2879675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Note: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Here weight is downward always.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So if it move upward then work done will be (–)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832170" y="1159826"/>
            <a:ext cx="737702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>
                <a:solidFill>
                  <a:srgbClr val="0000FF"/>
                </a:solidFill>
              </a:rPr>
              <a:t>    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b="1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b="1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b="1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b="1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>
                <a:solidFill>
                  <a:srgbClr val="0000FF"/>
                </a:solidFill>
              </a:rPr>
              <a:t>  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b="1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b="1">
              <a:solidFill>
                <a:srgbClr val="0000FF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>
                <a:solidFill>
                  <a:srgbClr val="0000FF"/>
                </a:solidFill>
              </a:rPr>
              <a:t>  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b="1">
              <a:solidFill>
                <a:srgbClr val="0000FF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b="1">
              <a:solidFill>
                <a:srgbClr val="0000FF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b="1">
              <a:solidFill>
                <a:srgbClr val="0000FF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b="1">
              <a:solidFill>
                <a:srgbClr val="0000FF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b="1">
              <a:solidFill>
                <a:srgbClr val="0000FF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b="1"/>
          </a:p>
        </p:txBody>
      </p:sp>
      <p:sp>
        <p:nvSpPr>
          <p:cNvPr id="7" name="Slide Number Placeholder 1"/>
          <p:cNvSpPr txBox="1">
            <a:spLocks/>
          </p:cNvSpPr>
          <p:nvPr/>
        </p:nvSpPr>
        <p:spPr bwMode="auto">
          <a:xfrm>
            <a:off x="9203360" y="6436603"/>
            <a:ext cx="2844800" cy="3651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0" latinLnBrk="0" hangingPunct="0">
              <a:spcBef>
                <a:spcPct val="20000"/>
              </a:spcBef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defTabSz="914400" rtl="0" eaLnBrk="0" latinLnBrk="0" hangingPunct="0">
              <a:spcBef>
                <a:spcPct val="20000"/>
              </a:spcBef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1143000" indent="-228600" algn="l" defTabSz="914400" rtl="0" eaLnBrk="0" latinLnBrk="0" hangingPunct="0">
              <a:spcBef>
                <a:spcPct val="20000"/>
              </a:spcBef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600200" indent="-228600" algn="l" defTabSz="914400" rtl="0" eaLnBrk="0" latinLnBrk="0" hangingPunct="0">
              <a:spcBef>
                <a:spcPct val="20000"/>
              </a:spcBef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2057400" indent="-228600" algn="l" defTabSz="914400" rtl="0" eaLnBrk="0" latinLnBrk="0" hangingPunct="0">
              <a:spcBef>
                <a:spcPct val="20000"/>
              </a:spcBef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79020D9E-AB57-4DBB-9E75-3401334FF1A9}" type="slidenum">
              <a:rPr lang="en-US" altLang="en-US" sz="2200" smtClean="0">
                <a:latin typeface="Tahoma" pitchFamily="34" charset="0"/>
              </a:rPr>
              <a:pPr>
                <a:spcBef>
                  <a:spcPct val="0"/>
                </a:spcBef>
                <a:buFontTx/>
                <a:buNone/>
                <a:defRPr/>
              </a:pPr>
              <a:t>20</a:t>
            </a:fld>
            <a:endParaRPr lang="en-US" altLang="en-US" sz="2200">
              <a:latin typeface="Tahoma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TextBox 2">
            <a:extLst>
              <a:ext uri="{FF2B5EF4-FFF2-40B4-BE49-F238E27FC236}">
                <a16:creationId xmlns:a16="http://schemas.microsoft.com/office/drawing/2014/main" id="{E8586319-E792-4610-9627-FA33CA6830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938"/>
            <a:ext cx="12192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IN" altLang="en-US" sz="36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Energy Equation</a:t>
            </a:r>
          </a:p>
        </p:txBody>
      </p:sp>
      <p:pic>
        <p:nvPicPr>
          <p:cNvPr id="38917" name="Picture 4">
            <a:extLst>
              <a:ext uri="{FF2B5EF4-FFF2-40B4-BE49-F238E27FC236}">
                <a16:creationId xmlns:a16="http://schemas.microsoft.com/office/drawing/2014/main" id="{C4FB1350-A23E-4054-A041-6AFCBB66BC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548"/>
          <a:stretch/>
        </p:blipFill>
        <p:spPr bwMode="auto">
          <a:xfrm>
            <a:off x="1665027" y="838917"/>
            <a:ext cx="8082825" cy="5356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FC15237-3C0A-49C0-B656-E9C3B80C7C2B}"/>
              </a:ext>
            </a:extLst>
          </p:cNvPr>
          <p:cNvCxnSpPr>
            <a:cxnSpLocks/>
          </p:cNvCxnSpPr>
          <p:nvPr/>
        </p:nvCxnSpPr>
        <p:spPr>
          <a:xfrm>
            <a:off x="0" y="716626"/>
            <a:ext cx="12192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0" y="591303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2000" b="1">
                <a:solidFill>
                  <a:srgbClr val="0000FF"/>
                </a:solidFill>
              </a:rPr>
              <a:t>Note: </a:t>
            </a:r>
            <a:r>
              <a:rPr lang="en-US" sz="2000"/>
              <a:t>Workdone on the body is equal and opposite to the elastic energy stored in the spring. In spring once compression takes place then it is called (+) energy stored in the spring. But this workdone will be (-) on the body.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1008" y="838917"/>
            <a:ext cx="737702" cy="54014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>
                <a:solidFill>
                  <a:srgbClr val="0000FF"/>
                </a:solidFill>
              </a:rPr>
              <a:t>    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900">
              <a:solidFill>
                <a:srgbClr val="0000FF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>
                <a:solidFill>
                  <a:srgbClr val="0000FF"/>
                </a:solidFill>
              </a:rPr>
              <a:t> 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20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>
                <a:solidFill>
                  <a:srgbClr val="0000FF"/>
                </a:solidFill>
              </a:rPr>
              <a:t>  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>
                <a:solidFill>
                  <a:srgbClr val="0000FF"/>
                </a:solidFill>
              </a:rPr>
              <a:t> 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40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>
                <a:solidFill>
                  <a:srgbClr val="0000FF"/>
                </a:solidFill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/>
          </a:p>
        </p:txBody>
      </p:sp>
      <p:sp>
        <p:nvSpPr>
          <p:cNvPr id="8" name="Slide Number Placeholder 1"/>
          <p:cNvSpPr txBox="1">
            <a:spLocks/>
          </p:cNvSpPr>
          <p:nvPr/>
        </p:nvSpPr>
        <p:spPr bwMode="auto">
          <a:xfrm>
            <a:off x="9271600" y="6504843"/>
            <a:ext cx="2844800" cy="3651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0" latinLnBrk="0" hangingPunct="0">
              <a:spcBef>
                <a:spcPct val="20000"/>
              </a:spcBef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defTabSz="914400" rtl="0" eaLnBrk="0" latinLnBrk="0" hangingPunct="0">
              <a:spcBef>
                <a:spcPct val="20000"/>
              </a:spcBef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1143000" indent="-228600" algn="l" defTabSz="914400" rtl="0" eaLnBrk="0" latinLnBrk="0" hangingPunct="0">
              <a:spcBef>
                <a:spcPct val="20000"/>
              </a:spcBef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600200" indent="-228600" algn="l" defTabSz="914400" rtl="0" eaLnBrk="0" latinLnBrk="0" hangingPunct="0">
              <a:spcBef>
                <a:spcPct val="20000"/>
              </a:spcBef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2057400" indent="-228600" algn="l" defTabSz="914400" rtl="0" eaLnBrk="0" latinLnBrk="0" hangingPunct="0">
              <a:spcBef>
                <a:spcPct val="20000"/>
              </a:spcBef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79020D9E-AB57-4DBB-9E75-3401334FF1A9}" type="slidenum">
              <a:rPr lang="en-US" altLang="en-US" sz="2200" smtClean="0">
                <a:latin typeface="Tahoma" pitchFamily="34" charset="0"/>
              </a:rPr>
              <a:pPr>
                <a:spcBef>
                  <a:spcPct val="0"/>
                </a:spcBef>
                <a:buFontTx/>
                <a:buNone/>
                <a:defRPr/>
              </a:pPr>
              <a:t>21</a:t>
            </a:fld>
            <a:endParaRPr lang="en-US" altLang="en-US" sz="2200">
              <a:latin typeface="Tahoma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TextBox 2">
            <a:extLst>
              <a:ext uri="{FF2B5EF4-FFF2-40B4-BE49-F238E27FC236}">
                <a16:creationId xmlns:a16="http://schemas.microsoft.com/office/drawing/2014/main" id="{A1F98C4A-3214-4BA1-963C-7F40D20D3D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" y="7938"/>
            <a:ext cx="12191999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IN" altLang="en-US" sz="36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Active Force diagrams</a:t>
            </a:r>
          </a:p>
        </p:txBody>
      </p:sp>
      <p:pic>
        <p:nvPicPr>
          <p:cNvPr id="39940" name="Picture 3">
            <a:extLst>
              <a:ext uri="{FF2B5EF4-FFF2-40B4-BE49-F238E27FC236}">
                <a16:creationId xmlns:a16="http://schemas.microsoft.com/office/drawing/2014/main" id="{9F944029-7A55-48C6-8F0E-88CBBB932A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186" y="730072"/>
            <a:ext cx="10046968" cy="6031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4B03CB0-1AB0-4CD2-A36B-0D0861146F19}"/>
              </a:ext>
            </a:extLst>
          </p:cNvPr>
          <p:cNvCxnSpPr>
            <a:cxnSpLocks/>
          </p:cNvCxnSpPr>
          <p:nvPr/>
        </p:nvCxnSpPr>
        <p:spPr>
          <a:xfrm>
            <a:off x="0" y="757570"/>
            <a:ext cx="12192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 txBox="1">
            <a:spLocks/>
          </p:cNvSpPr>
          <p:nvPr/>
        </p:nvSpPr>
        <p:spPr bwMode="auto">
          <a:xfrm>
            <a:off x="9271600" y="6504843"/>
            <a:ext cx="2844800" cy="3651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0" latinLnBrk="0" hangingPunct="0">
              <a:spcBef>
                <a:spcPct val="20000"/>
              </a:spcBef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defTabSz="914400" rtl="0" eaLnBrk="0" latinLnBrk="0" hangingPunct="0">
              <a:spcBef>
                <a:spcPct val="20000"/>
              </a:spcBef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1143000" indent="-228600" algn="l" defTabSz="914400" rtl="0" eaLnBrk="0" latinLnBrk="0" hangingPunct="0">
              <a:spcBef>
                <a:spcPct val="20000"/>
              </a:spcBef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600200" indent="-228600" algn="l" defTabSz="914400" rtl="0" eaLnBrk="0" latinLnBrk="0" hangingPunct="0">
              <a:spcBef>
                <a:spcPct val="20000"/>
              </a:spcBef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2057400" indent="-228600" algn="l" defTabSz="914400" rtl="0" eaLnBrk="0" latinLnBrk="0" hangingPunct="0">
              <a:spcBef>
                <a:spcPct val="20000"/>
              </a:spcBef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79020D9E-AB57-4DBB-9E75-3401334FF1A9}" type="slidenum">
              <a:rPr lang="en-US" altLang="en-US" sz="2200" smtClean="0">
                <a:latin typeface="Tahoma" pitchFamily="34" charset="0"/>
              </a:rPr>
              <a:pPr>
                <a:spcBef>
                  <a:spcPct val="0"/>
                </a:spcBef>
                <a:buFontTx/>
                <a:buNone/>
                <a:defRPr/>
              </a:pPr>
              <a:t>22</a:t>
            </a:fld>
            <a:endParaRPr lang="en-US" altLang="en-US" sz="2200">
              <a:latin typeface="Tahoma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3" name="Picture 1">
            <a:extLst>
              <a:ext uri="{FF2B5EF4-FFF2-40B4-BE49-F238E27FC236}">
                <a16:creationId xmlns:a16="http://schemas.microsoft.com/office/drawing/2014/main" id="{C342523A-4631-4F27-B02E-EBD60CC0CC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62" b="12119"/>
          <a:stretch/>
        </p:blipFill>
        <p:spPr bwMode="auto">
          <a:xfrm>
            <a:off x="1117023" y="1101319"/>
            <a:ext cx="9682531" cy="5264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4" name="TextBox 2">
            <a:extLst>
              <a:ext uri="{FF2B5EF4-FFF2-40B4-BE49-F238E27FC236}">
                <a16:creationId xmlns:a16="http://schemas.microsoft.com/office/drawing/2014/main" id="{B60F896E-2F30-4392-8A92-D98A514D1D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938"/>
            <a:ext cx="12192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IN" altLang="en-US" sz="36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Stability of Equilibrium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D5A7AD5-69D9-405C-A73F-F82EB2852161}"/>
              </a:ext>
            </a:extLst>
          </p:cNvPr>
          <p:cNvCxnSpPr>
            <a:cxnSpLocks/>
          </p:cNvCxnSpPr>
          <p:nvPr/>
        </p:nvCxnSpPr>
        <p:spPr>
          <a:xfrm>
            <a:off x="0" y="716626"/>
            <a:ext cx="12192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/>
          <p:cNvSpPr txBox="1">
            <a:spLocks/>
          </p:cNvSpPr>
          <p:nvPr/>
        </p:nvSpPr>
        <p:spPr bwMode="auto">
          <a:xfrm>
            <a:off x="9271600" y="6504843"/>
            <a:ext cx="2844800" cy="3651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0" latinLnBrk="0" hangingPunct="0">
              <a:spcBef>
                <a:spcPct val="20000"/>
              </a:spcBef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defTabSz="914400" rtl="0" eaLnBrk="0" latinLnBrk="0" hangingPunct="0">
              <a:spcBef>
                <a:spcPct val="20000"/>
              </a:spcBef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1143000" indent="-228600" algn="l" defTabSz="914400" rtl="0" eaLnBrk="0" latinLnBrk="0" hangingPunct="0">
              <a:spcBef>
                <a:spcPct val="20000"/>
              </a:spcBef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600200" indent="-228600" algn="l" defTabSz="914400" rtl="0" eaLnBrk="0" latinLnBrk="0" hangingPunct="0">
              <a:spcBef>
                <a:spcPct val="20000"/>
              </a:spcBef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2057400" indent="-228600" algn="l" defTabSz="914400" rtl="0" eaLnBrk="0" latinLnBrk="0" hangingPunct="0">
              <a:spcBef>
                <a:spcPct val="20000"/>
              </a:spcBef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79020D9E-AB57-4DBB-9E75-3401334FF1A9}" type="slidenum">
              <a:rPr lang="en-US" altLang="en-US" sz="2200" smtClean="0">
                <a:latin typeface="Tahoma" pitchFamily="34" charset="0"/>
              </a:rPr>
              <a:pPr>
                <a:spcBef>
                  <a:spcPct val="0"/>
                </a:spcBef>
                <a:buFontTx/>
                <a:buNone/>
                <a:defRPr/>
              </a:pPr>
              <a:t>23</a:t>
            </a:fld>
            <a:endParaRPr lang="en-US" altLang="en-US" sz="2200">
              <a:latin typeface="Tahoma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7" name="Picture 4">
            <a:extLst>
              <a:ext uri="{FF2B5EF4-FFF2-40B4-BE49-F238E27FC236}">
                <a16:creationId xmlns:a16="http://schemas.microsoft.com/office/drawing/2014/main" id="{F2BC66F2-489D-4188-A63A-E0F1595F379C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3401" y="0"/>
            <a:ext cx="8928100" cy="645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58676AB-62DE-4847-A683-946A700CD7C6}"/>
              </a:ext>
            </a:extLst>
          </p:cNvPr>
          <p:cNvCxnSpPr>
            <a:cxnSpLocks/>
          </p:cNvCxnSpPr>
          <p:nvPr/>
        </p:nvCxnSpPr>
        <p:spPr>
          <a:xfrm>
            <a:off x="0" y="511910"/>
            <a:ext cx="8610600" cy="0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/>
          <p:cNvSpPr txBox="1">
            <a:spLocks/>
          </p:cNvSpPr>
          <p:nvPr/>
        </p:nvSpPr>
        <p:spPr bwMode="auto">
          <a:xfrm>
            <a:off x="9271600" y="6504843"/>
            <a:ext cx="2844800" cy="3651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0" latinLnBrk="0" hangingPunct="0">
              <a:spcBef>
                <a:spcPct val="20000"/>
              </a:spcBef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defTabSz="914400" rtl="0" eaLnBrk="0" latinLnBrk="0" hangingPunct="0">
              <a:spcBef>
                <a:spcPct val="20000"/>
              </a:spcBef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1143000" indent="-228600" algn="l" defTabSz="914400" rtl="0" eaLnBrk="0" latinLnBrk="0" hangingPunct="0">
              <a:spcBef>
                <a:spcPct val="20000"/>
              </a:spcBef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600200" indent="-228600" algn="l" defTabSz="914400" rtl="0" eaLnBrk="0" latinLnBrk="0" hangingPunct="0">
              <a:spcBef>
                <a:spcPct val="20000"/>
              </a:spcBef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2057400" indent="-228600" algn="l" defTabSz="914400" rtl="0" eaLnBrk="0" latinLnBrk="0" hangingPunct="0">
              <a:spcBef>
                <a:spcPct val="20000"/>
              </a:spcBef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79020D9E-AB57-4DBB-9E75-3401334FF1A9}" type="slidenum">
              <a:rPr lang="en-US" altLang="en-US" sz="2200" smtClean="0">
                <a:latin typeface="Tahoma" pitchFamily="34" charset="0"/>
              </a:rPr>
              <a:pPr>
                <a:spcBef>
                  <a:spcPct val="0"/>
                </a:spcBef>
                <a:buFontTx/>
                <a:buNone/>
                <a:defRPr/>
              </a:pPr>
              <a:t>24</a:t>
            </a:fld>
            <a:endParaRPr lang="en-US" altLang="en-US" sz="2200">
              <a:latin typeface="Tahoma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2">
            <a:extLst>
              <a:ext uri="{FF2B5EF4-FFF2-40B4-BE49-F238E27FC236}">
                <a16:creationId xmlns:a16="http://schemas.microsoft.com/office/drawing/2014/main" id="{7EE60BA6-B347-43E1-BD16-A8FFB8725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" y="-1588"/>
            <a:ext cx="12191999" cy="619126"/>
          </a:xfrm>
        </p:spPr>
        <p:txBody>
          <a:bodyPr/>
          <a:lstStyle/>
          <a:p>
            <a:pPr algn="ctr"/>
            <a:r>
              <a:rPr lang="en-US" altLang="en-US" sz="36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on Potential Energy &amp; Equilibrium</a:t>
            </a:r>
          </a:p>
        </p:txBody>
      </p:sp>
      <p:pic>
        <p:nvPicPr>
          <p:cNvPr id="43012" name="Picture 3" descr="msotw9_temp0">
            <a:extLst>
              <a:ext uri="{FF2B5EF4-FFF2-40B4-BE49-F238E27FC236}">
                <a16:creationId xmlns:a16="http://schemas.microsoft.com/office/drawing/2014/main" id="{BDA0D15E-F9E7-4AEF-BC95-50C2F30631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4706" y="1148781"/>
            <a:ext cx="2819400" cy="2027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3013" name="Picture 4" descr="msotw9_temp0">
            <a:extLst>
              <a:ext uri="{FF2B5EF4-FFF2-40B4-BE49-F238E27FC236}">
                <a16:creationId xmlns:a16="http://schemas.microsoft.com/office/drawing/2014/main" id="{EB29257A-D775-439F-B6B7-6B5E20A155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0126" y="3736457"/>
            <a:ext cx="2568575" cy="2281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43014" name="Group 12">
            <a:extLst>
              <a:ext uri="{FF2B5EF4-FFF2-40B4-BE49-F238E27FC236}">
                <a16:creationId xmlns:a16="http://schemas.microsoft.com/office/drawing/2014/main" id="{EF037C3C-9817-47EA-AA29-222B67B5EC9B}"/>
              </a:ext>
            </a:extLst>
          </p:cNvPr>
          <p:cNvGrpSpPr>
            <a:grpSpLocks/>
          </p:cNvGrpSpPr>
          <p:nvPr/>
        </p:nvGrpSpPr>
        <p:grpSpPr bwMode="auto">
          <a:xfrm>
            <a:off x="6372444" y="2341963"/>
            <a:ext cx="5791200" cy="2309812"/>
            <a:chOff x="2221" y="591"/>
            <a:chExt cx="3501" cy="1455"/>
          </a:xfrm>
        </p:grpSpPr>
        <p:sp>
          <p:nvSpPr>
            <p:cNvPr id="43023" name="Text Box 5">
              <a:extLst>
                <a:ext uri="{FF2B5EF4-FFF2-40B4-BE49-F238E27FC236}">
                  <a16:creationId xmlns:a16="http://schemas.microsoft.com/office/drawing/2014/main" id="{868FB999-1B90-4BD6-92BD-85F7FBC17C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1" y="591"/>
              <a:ext cx="3501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227013" indent="-2270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just">
                <a:spcBef>
                  <a:spcPct val="50000"/>
                </a:spcBef>
                <a:buFont typeface="Wingdings" panose="05000000000000000000" pitchFamily="2" charset="2"/>
                <a:buChar char="q"/>
              </a:pPr>
              <a:r>
                <a:rPr lang="en-US" altLang="en-US" sz="2400">
                  <a:latin typeface="Times New Roman" panose="02020603050405020304" pitchFamily="18" charset="0"/>
                </a:rPr>
                <a:t>When the potential energy of a system is known, the principle of virtual work becomes</a:t>
              </a:r>
            </a:p>
          </p:txBody>
        </p:sp>
        <p:graphicFrame>
          <p:nvGraphicFramePr>
            <p:cNvPr id="43024" name="Object 6">
              <a:extLst>
                <a:ext uri="{FF2B5EF4-FFF2-40B4-BE49-F238E27FC236}">
                  <a16:creationId xmlns:a16="http://schemas.microsoft.com/office/drawing/2014/main" id="{34A929C9-7ABF-4848-BEAD-FE7798E5D9D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15" y="1230"/>
            <a:ext cx="1624" cy="8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578100" imgH="1295400" progId="Equation.3">
                    <p:embed/>
                  </p:oleObj>
                </mc:Choice>
                <mc:Fallback>
                  <p:oleObj name="Equation" r:id="rId4" imgW="2578100" imgH="1295400" progId="Equation.3">
                    <p:embed/>
                    <p:pic>
                      <p:nvPicPr>
                        <p:cNvPr id="43024" name="Object 6">
                          <a:extLst>
                            <a:ext uri="{FF2B5EF4-FFF2-40B4-BE49-F238E27FC236}">
                              <a16:creationId xmlns:a16="http://schemas.microsoft.com/office/drawing/2014/main" id="{34A929C9-7ABF-4848-BEAD-FE7798E5D9D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15" y="1230"/>
                          <a:ext cx="1624" cy="8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493" name="Group 13">
            <a:extLst>
              <a:ext uri="{FF2B5EF4-FFF2-40B4-BE49-F238E27FC236}">
                <a16:creationId xmlns:a16="http://schemas.microsoft.com/office/drawing/2014/main" id="{7D2B1205-02B0-46B5-9D42-BEFE28B367FC}"/>
              </a:ext>
            </a:extLst>
          </p:cNvPr>
          <p:cNvGrpSpPr>
            <a:grpSpLocks/>
          </p:cNvGrpSpPr>
          <p:nvPr/>
        </p:nvGrpSpPr>
        <p:grpSpPr bwMode="auto">
          <a:xfrm>
            <a:off x="6345876" y="772357"/>
            <a:ext cx="8986105" cy="1562100"/>
            <a:chOff x="278" y="1951"/>
            <a:chExt cx="5457" cy="984"/>
          </a:xfrm>
        </p:grpSpPr>
        <p:sp>
          <p:nvSpPr>
            <p:cNvPr id="43021" name="Text Box 7">
              <a:extLst>
                <a:ext uri="{FF2B5EF4-FFF2-40B4-BE49-F238E27FC236}">
                  <a16:creationId xmlns:a16="http://schemas.microsoft.com/office/drawing/2014/main" id="{52BE2B10-4684-4D18-B73B-3E55CF0B31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2" y="1951"/>
              <a:ext cx="5113" cy="3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marL="227013" indent="-2270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 typeface="Wingdings" panose="05000000000000000000" pitchFamily="2" charset="2"/>
                <a:buChar char="q"/>
              </a:pPr>
              <a:r>
                <a:rPr lang="en-US" altLang="en-US" sz="2400">
                  <a:latin typeface="Times New Roman" panose="02020603050405020304" pitchFamily="18" charset="0"/>
                </a:rPr>
                <a:t>For the structure shown,</a:t>
              </a:r>
            </a:p>
          </p:txBody>
        </p:sp>
        <p:graphicFrame>
          <p:nvGraphicFramePr>
            <p:cNvPr id="43022" name="Object 8">
              <a:extLst>
                <a:ext uri="{FF2B5EF4-FFF2-40B4-BE49-F238E27FC236}">
                  <a16:creationId xmlns:a16="http://schemas.microsoft.com/office/drawing/2014/main" id="{CA72A42F-EA5F-4448-8422-F59D3ECB280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53014242"/>
                </p:ext>
              </p:extLst>
            </p:nvPr>
          </p:nvGraphicFramePr>
          <p:xfrm>
            <a:off x="278" y="2327"/>
            <a:ext cx="1912" cy="6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3035300" imgH="965200" progId="Equation.3">
                    <p:embed/>
                  </p:oleObj>
                </mc:Choice>
                <mc:Fallback>
                  <p:oleObj name="Equation" r:id="rId6" imgW="3035300" imgH="965200" progId="Equation.3">
                    <p:embed/>
                    <p:pic>
                      <p:nvPicPr>
                        <p:cNvPr id="43022" name="Object 8">
                          <a:extLst>
                            <a:ext uri="{FF2B5EF4-FFF2-40B4-BE49-F238E27FC236}">
                              <a16:creationId xmlns:a16="http://schemas.microsoft.com/office/drawing/2014/main" id="{CA72A42F-EA5F-4448-8422-F59D3ECB280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" y="2327"/>
                          <a:ext cx="1912" cy="6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494" name="Group 14">
            <a:extLst>
              <a:ext uri="{FF2B5EF4-FFF2-40B4-BE49-F238E27FC236}">
                <a16:creationId xmlns:a16="http://schemas.microsoft.com/office/drawing/2014/main" id="{62226D86-FAAF-4244-9A32-98584791081F}"/>
              </a:ext>
            </a:extLst>
          </p:cNvPr>
          <p:cNvGrpSpPr>
            <a:grpSpLocks/>
          </p:cNvGrpSpPr>
          <p:nvPr/>
        </p:nvGrpSpPr>
        <p:grpSpPr bwMode="auto">
          <a:xfrm>
            <a:off x="6184106" y="4927600"/>
            <a:ext cx="5651500" cy="1930400"/>
            <a:chOff x="2221" y="2973"/>
            <a:chExt cx="3449" cy="1216"/>
          </a:xfrm>
        </p:grpSpPr>
        <p:sp>
          <p:nvSpPr>
            <p:cNvPr id="43018" name="Text Box 9">
              <a:extLst>
                <a:ext uri="{FF2B5EF4-FFF2-40B4-BE49-F238E27FC236}">
                  <a16:creationId xmlns:a16="http://schemas.microsoft.com/office/drawing/2014/main" id="{7402BABA-C66C-41C5-9F60-2FDE95D113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1" y="2973"/>
              <a:ext cx="344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227013" indent="-2270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 typeface="Wingdings" panose="05000000000000000000" pitchFamily="2" charset="2"/>
                <a:buChar char="q"/>
              </a:pPr>
              <a:r>
                <a:rPr lang="en-US" altLang="en-US" sz="2400">
                  <a:latin typeface="Times New Roman" panose="02020603050405020304" pitchFamily="18" charset="0"/>
                </a:rPr>
                <a:t>At the position of equilibrium,</a:t>
              </a:r>
            </a:p>
          </p:txBody>
        </p:sp>
        <p:graphicFrame>
          <p:nvGraphicFramePr>
            <p:cNvPr id="43019" name="Object 10">
              <a:extLst>
                <a:ext uri="{FF2B5EF4-FFF2-40B4-BE49-F238E27FC236}">
                  <a16:creationId xmlns:a16="http://schemas.microsoft.com/office/drawing/2014/main" id="{D49C3E1F-45C0-4542-8CAF-8818C5EC711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15" y="3238"/>
            <a:ext cx="1960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111500" imgH="609600" progId="Equation.3">
                    <p:embed/>
                  </p:oleObj>
                </mc:Choice>
                <mc:Fallback>
                  <p:oleObj name="Equation" r:id="rId8" imgW="3111500" imgH="609600" progId="Equation.3">
                    <p:embed/>
                    <p:pic>
                      <p:nvPicPr>
                        <p:cNvPr id="43019" name="Object 10">
                          <a:extLst>
                            <a:ext uri="{FF2B5EF4-FFF2-40B4-BE49-F238E27FC236}">
                              <a16:creationId xmlns:a16="http://schemas.microsoft.com/office/drawing/2014/main" id="{D49C3E1F-45C0-4542-8CAF-8818C5EC711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15" y="3238"/>
                          <a:ext cx="1960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20" name="Text Box 11">
              <a:extLst>
                <a:ext uri="{FF2B5EF4-FFF2-40B4-BE49-F238E27FC236}">
                  <a16:creationId xmlns:a16="http://schemas.microsoft.com/office/drawing/2014/main" id="{E7A3A985-D9EB-4F1D-AFCA-FABD818D53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1" y="3666"/>
              <a:ext cx="3097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indent="2270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just">
                <a:spcBef>
                  <a:spcPct val="5000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indicating two positions of equilibrium.</a:t>
              </a:r>
            </a:p>
          </p:txBody>
        </p: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10C33FA-8D2E-44F9-ACD4-ED71F6811561}"/>
              </a:ext>
            </a:extLst>
          </p:cNvPr>
          <p:cNvCxnSpPr>
            <a:cxnSpLocks/>
          </p:cNvCxnSpPr>
          <p:nvPr/>
        </p:nvCxnSpPr>
        <p:spPr>
          <a:xfrm>
            <a:off x="0" y="675682"/>
            <a:ext cx="12192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22830" y="981075"/>
            <a:ext cx="3241876" cy="224676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000" b="1">
                <a:solidFill>
                  <a:srgbClr val="0000FF"/>
                </a:solidFill>
                <a:latin typeface="Times New Roman"/>
                <a:cs typeface="Times New Roman"/>
              </a:rPr>
              <a:t>Note: </a:t>
            </a:r>
            <a:r>
              <a:rPr lang="en-US" sz="2000">
                <a:latin typeface="Times New Roman"/>
                <a:cs typeface="Times New Roman"/>
              </a:rPr>
              <a:t>Above datum Whatever the work of weight that should be +</a:t>
            </a:r>
            <a:r>
              <a:rPr lang="en-US" sz="2000" err="1">
                <a:latin typeface="Times New Roman"/>
                <a:cs typeface="Times New Roman"/>
              </a:rPr>
              <a:t>ve</a:t>
            </a:r>
            <a:r>
              <a:rPr lang="en-US" sz="2000">
                <a:latin typeface="Times New Roman"/>
                <a:cs typeface="Times New Roman"/>
              </a:rPr>
              <a:t>.</a:t>
            </a:r>
          </a:p>
          <a:p>
            <a:pPr marL="285750" indent="-285750" algn="just">
              <a:buFont typeface="Wingdings" pitchFamily="2" charset="2"/>
              <a:buChar char="q"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2000">
                <a:latin typeface="Times New Roman"/>
                <a:cs typeface="Times New Roman"/>
              </a:rPr>
              <a:t>Always we have to measure the distance from the datum. 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lide Number Placeholder 1"/>
          <p:cNvSpPr txBox="1">
            <a:spLocks/>
          </p:cNvSpPr>
          <p:nvPr/>
        </p:nvSpPr>
        <p:spPr bwMode="auto">
          <a:xfrm>
            <a:off x="9271600" y="6504843"/>
            <a:ext cx="2844800" cy="3651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0" latinLnBrk="0" hangingPunct="0">
              <a:spcBef>
                <a:spcPct val="20000"/>
              </a:spcBef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defTabSz="914400" rtl="0" eaLnBrk="0" latinLnBrk="0" hangingPunct="0">
              <a:spcBef>
                <a:spcPct val="20000"/>
              </a:spcBef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1143000" indent="-228600" algn="l" defTabSz="914400" rtl="0" eaLnBrk="0" latinLnBrk="0" hangingPunct="0">
              <a:spcBef>
                <a:spcPct val="20000"/>
              </a:spcBef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600200" indent="-228600" algn="l" defTabSz="914400" rtl="0" eaLnBrk="0" latinLnBrk="0" hangingPunct="0">
              <a:spcBef>
                <a:spcPct val="20000"/>
              </a:spcBef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2057400" indent="-228600" algn="l" defTabSz="914400" rtl="0" eaLnBrk="0" latinLnBrk="0" hangingPunct="0">
              <a:spcBef>
                <a:spcPct val="20000"/>
              </a:spcBef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79020D9E-AB57-4DBB-9E75-3401334FF1A9}" type="slidenum">
              <a:rPr lang="en-US" altLang="en-US" sz="2200" smtClean="0">
                <a:latin typeface="Tahoma" pitchFamily="34" charset="0"/>
              </a:rPr>
              <a:pPr>
                <a:spcBef>
                  <a:spcPct val="0"/>
                </a:spcBef>
                <a:buFontTx/>
                <a:buNone/>
                <a:defRPr/>
              </a:pPr>
              <a:t>25</a:t>
            </a:fld>
            <a:endParaRPr lang="en-US" altLang="en-US" sz="220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5" name="Picture 4">
            <a:extLst>
              <a:ext uri="{FF2B5EF4-FFF2-40B4-BE49-F238E27FC236}">
                <a16:creationId xmlns:a16="http://schemas.microsoft.com/office/drawing/2014/main" id="{7D7213B2-FA2B-4FAB-B12E-2E61CC24295D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951" y="850911"/>
            <a:ext cx="8928100" cy="95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36" name="Picture 5">
            <a:extLst>
              <a:ext uri="{FF2B5EF4-FFF2-40B4-BE49-F238E27FC236}">
                <a16:creationId xmlns:a16="http://schemas.microsoft.com/office/drawing/2014/main" id="{7AAB040F-F5FB-4FFB-A844-374BF32521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3475" y="2163763"/>
            <a:ext cx="2235200" cy="3460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037" name="TextBox 1">
            <a:extLst>
              <a:ext uri="{FF2B5EF4-FFF2-40B4-BE49-F238E27FC236}">
                <a16:creationId xmlns:a16="http://schemas.microsoft.com/office/drawing/2014/main" id="{21276628-FA41-4D94-AF50-75054FEEB0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938"/>
            <a:ext cx="12192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IN" altLang="en-US" sz="36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6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62AAB9C-28D5-4B1A-BD77-133FB805D87F}"/>
              </a:ext>
            </a:extLst>
          </p:cNvPr>
          <p:cNvCxnSpPr>
            <a:cxnSpLocks/>
          </p:cNvCxnSpPr>
          <p:nvPr/>
        </p:nvCxnSpPr>
        <p:spPr>
          <a:xfrm>
            <a:off x="0" y="621091"/>
            <a:ext cx="12192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 txBox="1">
            <a:spLocks/>
          </p:cNvSpPr>
          <p:nvPr/>
        </p:nvSpPr>
        <p:spPr bwMode="auto">
          <a:xfrm>
            <a:off x="9271600" y="6504843"/>
            <a:ext cx="2844800" cy="3651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0" latinLnBrk="0" hangingPunct="0">
              <a:spcBef>
                <a:spcPct val="20000"/>
              </a:spcBef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defTabSz="914400" rtl="0" eaLnBrk="0" latinLnBrk="0" hangingPunct="0">
              <a:spcBef>
                <a:spcPct val="20000"/>
              </a:spcBef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1143000" indent="-228600" algn="l" defTabSz="914400" rtl="0" eaLnBrk="0" latinLnBrk="0" hangingPunct="0">
              <a:spcBef>
                <a:spcPct val="20000"/>
              </a:spcBef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600200" indent="-228600" algn="l" defTabSz="914400" rtl="0" eaLnBrk="0" latinLnBrk="0" hangingPunct="0">
              <a:spcBef>
                <a:spcPct val="20000"/>
              </a:spcBef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2057400" indent="-228600" algn="l" defTabSz="914400" rtl="0" eaLnBrk="0" latinLnBrk="0" hangingPunct="0">
              <a:spcBef>
                <a:spcPct val="20000"/>
              </a:spcBef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79020D9E-AB57-4DBB-9E75-3401334FF1A9}" type="slidenum">
              <a:rPr lang="en-US" altLang="en-US" sz="2200" smtClean="0">
                <a:latin typeface="Tahoma" pitchFamily="34" charset="0"/>
              </a:rPr>
              <a:pPr>
                <a:spcBef>
                  <a:spcPct val="0"/>
                </a:spcBef>
                <a:buFontTx/>
                <a:buNone/>
                <a:defRPr/>
              </a:pPr>
              <a:t>26</a:t>
            </a:fld>
            <a:endParaRPr lang="en-US" altLang="en-US" sz="2200">
              <a:latin typeface="Tahoma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9" name="Picture 4">
            <a:extLst>
              <a:ext uri="{FF2B5EF4-FFF2-40B4-BE49-F238E27FC236}">
                <a16:creationId xmlns:a16="http://schemas.microsoft.com/office/drawing/2014/main" id="{FFE6E88C-E8ED-4CC3-A1A7-ACA8A33CAB95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128" y="657225"/>
            <a:ext cx="8924925" cy="25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60" name="Picture 5">
            <a:extLst>
              <a:ext uri="{FF2B5EF4-FFF2-40B4-BE49-F238E27FC236}">
                <a16:creationId xmlns:a16="http://schemas.microsoft.com/office/drawing/2014/main" id="{11FC9BD6-6B6E-47C5-A4CE-B10EDBBC880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lum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50"/>
          <a:stretch/>
        </p:blipFill>
        <p:spPr bwMode="auto">
          <a:xfrm>
            <a:off x="4685806" y="3264841"/>
            <a:ext cx="2192666" cy="573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61" name="Picture 6">
            <a:extLst>
              <a:ext uri="{FF2B5EF4-FFF2-40B4-BE49-F238E27FC236}">
                <a16:creationId xmlns:a16="http://schemas.microsoft.com/office/drawing/2014/main" id="{8B99844C-20C8-4A8F-9E31-593C6D276360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8465" y="3875088"/>
            <a:ext cx="8891587" cy="193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62" name="Picture 7">
            <a:extLst>
              <a:ext uri="{FF2B5EF4-FFF2-40B4-BE49-F238E27FC236}">
                <a16:creationId xmlns:a16="http://schemas.microsoft.com/office/drawing/2014/main" id="{12807A3A-07B8-4D4E-B3FB-E326C84F5955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1416" y="5908488"/>
            <a:ext cx="8794751" cy="95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3" name="TextBox 1">
            <a:extLst>
              <a:ext uri="{FF2B5EF4-FFF2-40B4-BE49-F238E27FC236}">
                <a16:creationId xmlns:a16="http://schemas.microsoft.com/office/drawing/2014/main" id="{483D5C75-3531-4C16-8837-849DAA6A05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-98425"/>
            <a:ext cx="12192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IN" altLang="en-US" sz="36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6 </a:t>
            </a:r>
            <a:r>
              <a:rPr lang="en-IN" altLang="en-US" sz="3600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(contd.)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EB0F19D-60E3-4129-8F70-69FA1257BA93}"/>
              </a:ext>
            </a:extLst>
          </p:cNvPr>
          <p:cNvCxnSpPr>
            <a:cxnSpLocks/>
          </p:cNvCxnSpPr>
          <p:nvPr/>
        </p:nvCxnSpPr>
        <p:spPr>
          <a:xfrm>
            <a:off x="0" y="511910"/>
            <a:ext cx="12192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1"/>
          <p:cNvSpPr txBox="1">
            <a:spLocks/>
          </p:cNvSpPr>
          <p:nvPr/>
        </p:nvSpPr>
        <p:spPr bwMode="auto">
          <a:xfrm>
            <a:off x="9271600" y="6504843"/>
            <a:ext cx="2844800" cy="3651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0" latinLnBrk="0" hangingPunct="0">
              <a:spcBef>
                <a:spcPct val="20000"/>
              </a:spcBef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defTabSz="914400" rtl="0" eaLnBrk="0" latinLnBrk="0" hangingPunct="0">
              <a:spcBef>
                <a:spcPct val="20000"/>
              </a:spcBef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1143000" indent="-228600" algn="l" defTabSz="914400" rtl="0" eaLnBrk="0" latinLnBrk="0" hangingPunct="0">
              <a:spcBef>
                <a:spcPct val="20000"/>
              </a:spcBef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600200" indent="-228600" algn="l" defTabSz="914400" rtl="0" eaLnBrk="0" latinLnBrk="0" hangingPunct="0">
              <a:spcBef>
                <a:spcPct val="20000"/>
              </a:spcBef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2057400" indent="-228600" algn="l" defTabSz="914400" rtl="0" eaLnBrk="0" latinLnBrk="0" hangingPunct="0">
              <a:spcBef>
                <a:spcPct val="20000"/>
              </a:spcBef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79020D9E-AB57-4DBB-9E75-3401334FF1A9}" type="slidenum">
              <a:rPr lang="en-US" altLang="en-US" sz="2200" smtClean="0">
                <a:latin typeface="Tahoma" pitchFamily="34" charset="0"/>
              </a:rPr>
              <a:pPr>
                <a:spcBef>
                  <a:spcPct val="0"/>
                </a:spcBef>
                <a:buFontTx/>
                <a:buNone/>
                <a:defRPr/>
              </a:pPr>
              <a:t>27</a:t>
            </a:fld>
            <a:endParaRPr lang="en-US" altLang="en-US" sz="2200">
              <a:latin typeface="Tahoma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5" name="Picture 4">
            <a:extLst>
              <a:ext uri="{FF2B5EF4-FFF2-40B4-BE49-F238E27FC236}">
                <a16:creationId xmlns:a16="http://schemas.microsoft.com/office/drawing/2014/main" id="{90AE4A30-C9E3-4C03-8FEF-52BF6DE2D837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109" y="662034"/>
            <a:ext cx="10405039" cy="12191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56" name="Picture 5">
            <a:extLst>
              <a:ext uri="{FF2B5EF4-FFF2-40B4-BE49-F238E27FC236}">
                <a16:creationId xmlns:a16="http://schemas.microsoft.com/office/drawing/2014/main" id="{3A4A9915-8648-41B0-A67B-1FCE1B3EAB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9792" y="2465632"/>
            <a:ext cx="5024437" cy="3862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157" name="TextBox 1">
            <a:extLst>
              <a:ext uri="{FF2B5EF4-FFF2-40B4-BE49-F238E27FC236}">
                <a16:creationId xmlns:a16="http://schemas.microsoft.com/office/drawing/2014/main" id="{180DD151-2E2A-4221-BDF0-95EF25CD22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938"/>
            <a:ext cx="12192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IN" altLang="en-US" sz="36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8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3860C25-DBC6-46CF-9AC8-417DB3A93D26}"/>
              </a:ext>
            </a:extLst>
          </p:cNvPr>
          <p:cNvCxnSpPr>
            <a:cxnSpLocks/>
          </p:cNvCxnSpPr>
          <p:nvPr/>
        </p:nvCxnSpPr>
        <p:spPr>
          <a:xfrm>
            <a:off x="0" y="662034"/>
            <a:ext cx="12192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 txBox="1">
            <a:spLocks/>
          </p:cNvSpPr>
          <p:nvPr/>
        </p:nvSpPr>
        <p:spPr bwMode="auto">
          <a:xfrm>
            <a:off x="9271600" y="6504843"/>
            <a:ext cx="2844800" cy="3651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0" latinLnBrk="0" hangingPunct="0">
              <a:spcBef>
                <a:spcPct val="20000"/>
              </a:spcBef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defTabSz="914400" rtl="0" eaLnBrk="0" latinLnBrk="0" hangingPunct="0">
              <a:spcBef>
                <a:spcPct val="20000"/>
              </a:spcBef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1143000" indent="-228600" algn="l" defTabSz="914400" rtl="0" eaLnBrk="0" latinLnBrk="0" hangingPunct="0">
              <a:spcBef>
                <a:spcPct val="20000"/>
              </a:spcBef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600200" indent="-228600" algn="l" defTabSz="914400" rtl="0" eaLnBrk="0" latinLnBrk="0" hangingPunct="0">
              <a:spcBef>
                <a:spcPct val="20000"/>
              </a:spcBef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2057400" indent="-228600" algn="l" defTabSz="914400" rtl="0" eaLnBrk="0" latinLnBrk="0" hangingPunct="0">
              <a:spcBef>
                <a:spcPct val="20000"/>
              </a:spcBef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79020D9E-AB57-4DBB-9E75-3401334FF1A9}" type="slidenum">
              <a:rPr lang="en-US" altLang="en-US" sz="2200" smtClean="0">
                <a:latin typeface="Tahoma" pitchFamily="34" charset="0"/>
              </a:rPr>
              <a:pPr>
                <a:spcBef>
                  <a:spcPct val="0"/>
                </a:spcBef>
                <a:buFontTx/>
                <a:buNone/>
                <a:defRPr/>
              </a:pPr>
              <a:t>28</a:t>
            </a:fld>
            <a:endParaRPr lang="en-US" altLang="en-US" sz="2200">
              <a:latin typeface="Tahoma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9" name="Picture 4">
            <a:extLst>
              <a:ext uri="{FF2B5EF4-FFF2-40B4-BE49-F238E27FC236}">
                <a16:creationId xmlns:a16="http://schemas.microsoft.com/office/drawing/2014/main" id="{CEC0656E-9ABB-4A4A-9489-805C71F3A54F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26" y="815966"/>
            <a:ext cx="9708646" cy="59139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80" name="TextBox 1">
            <a:extLst>
              <a:ext uri="{FF2B5EF4-FFF2-40B4-BE49-F238E27FC236}">
                <a16:creationId xmlns:a16="http://schemas.microsoft.com/office/drawing/2014/main" id="{8E36D569-C524-4AE1-8AF0-5C73FABD2B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1"/>
            <a:ext cx="12192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IN" altLang="en-US" sz="36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8 </a:t>
            </a:r>
            <a:r>
              <a:rPr lang="en-IN" altLang="en-US" sz="3600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(contd.)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0A4CC7C-EB6F-493B-B933-4586A6295D30}"/>
              </a:ext>
            </a:extLst>
          </p:cNvPr>
          <p:cNvCxnSpPr>
            <a:cxnSpLocks/>
          </p:cNvCxnSpPr>
          <p:nvPr/>
        </p:nvCxnSpPr>
        <p:spPr>
          <a:xfrm>
            <a:off x="0" y="662034"/>
            <a:ext cx="12192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 txBox="1">
            <a:spLocks/>
          </p:cNvSpPr>
          <p:nvPr/>
        </p:nvSpPr>
        <p:spPr bwMode="auto">
          <a:xfrm>
            <a:off x="9271600" y="6504843"/>
            <a:ext cx="2844800" cy="3651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0" latinLnBrk="0" hangingPunct="0">
              <a:spcBef>
                <a:spcPct val="20000"/>
              </a:spcBef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defTabSz="914400" rtl="0" eaLnBrk="0" latinLnBrk="0" hangingPunct="0">
              <a:spcBef>
                <a:spcPct val="20000"/>
              </a:spcBef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1143000" indent="-228600" algn="l" defTabSz="914400" rtl="0" eaLnBrk="0" latinLnBrk="0" hangingPunct="0">
              <a:spcBef>
                <a:spcPct val="20000"/>
              </a:spcBef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600200" indent="-228600" algn="l" defTabSz="914400" rtl="0" eaLnBrk="0" latinLnBrk="0" hangingPunct="0">
              <a:spcBef>
                <a:spcPct val="20000"/>
              </a:spcBef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2057400" indent="-228600" algn="l" defTabSz="914400" rtl="0" eaLnBrk="0" latinLnBrk="0" hangingPunct="0">
              <a:spcBef>
                <a:spcPct val="20000"/>
              </a:spcBef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79020D9E-AB57-4DBB-9E75-3401334FF1A9}" type="slidenum">
              <a:rPr lang="en-US" altLang="en-US" sz="2200" smtClean="0">
                <a:latin typeface="Tahoma" pitchFamily="34" charset="0"/>
              </a:rPr>
              <a:pPr>
                <a:spcBef>
                  <a:spcPct val="0"/>
                </a:spcBef>
                <a:buFontTx/>
                <a:buNone/>
                <a:defRPr/>
              </a:pPr>
              <a:t>29</a:t>
            </a:fld>
            <a:endParaRPr lang="en-US" altLang="en-US" sz="2200">
              <a:latin typeface="Tahoma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3" name="Picture 4">
            <a:extLst>
              <a:ext uri="{FF2B5EF4-FFF2-40B4-BE49-F238E27FC236}">
                <a16:creationId xmlns:a16="http://schemas.microsoft.com/office/drawing/2014/main" id="{48753A2C-4A5E-46C1-B45D-2E4F50DA400F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388" y="918335"/>
            <a:ext cx="9672569" cy="5719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4" name="TextBox 1">
            <a:extLst>
              <a:ext uri="{FF2B5EF4-FFF2-40B4-BE49-F238E27FC236}">
                <a16:creationId xmlns:a16="http://schemas.microsoft.com/office/drawing/2014/main" id="{6D936522-549F-4240-B15F-821960E0C6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940"/>
            <a:ext cx="121920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IN" altLang="en-US" sz="36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8 </a:t>
            </a:r>
            <a:r>
              <a:rPr lang="en-IN" altLang="en-US" sz="3600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(contd.)</a:t>
            </a:r>
          </a:p>
          <a:p>
            <a:pPr>
              <a:spcBef>
                <a:spcPct val="0"/>
              </a:spcBef>
              <a:buFontTx/>
              <a:buNone/>
            </a:pPr>
            <a:endParaRPr lang="en-IN" altLang="en-US" sz="1800">
              <a:latin typeface="Tahoma" panose="020B060403050404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F7C71AA-663A-4384-8504-7C80C8D5FAE6}"/>
              </a:ext>
            </a:extLst>
          </p:cNvPr>
          <p:cNvCxnSpPr>
            <a:cxnSpLocks/>
          </p:cNvCxnSpPr>
          <p:nvPr/>
        </p:nvCxnSpPr>
        <p:spPr>
          <a:xfrm>
            <a:off x="0" y="648386"/>
            <a:ext cx="12192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 txBox="1">
            <a:spLocks/>
          </p:cNvSpPr>
          <p:nvPr/>
        </p:nvSpPr>
        <p:spPr bwMode="auto">
          <a:xfrm>
            <a:off x="9271600" y="6504843"/>
            <a:ext cx="2844800" cy="3651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0" latinLnBrk="0" hangingPunct="0">
              <a:spcBef>
                <a:spcPct val="20000"/>
              </a:spcBef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defTabSz="914400" rtl="0" eaLnBrk="0" latinLnBrk="0" hangingPunct="0">
              <a:spcBef>
                <a:spcPct val="20000"/>
              </a:spcBef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1143000" indent="-228600" algn="l" defTabSz="914400" rtl="0" eaLnBrk="0" latinLnBrk="0" hangingPunct="0">
              <a:spcBef>
                <a:spcPct val="20000"/>
              </a:spcBef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600200" indent="-228600" algn="l" defTabSz="914400" rtl="0" eaLnBrk="0" latinLnBrk="0" hangingPunct="0">
              <a:spcBef>
                <a:spcPct val="20000"/>
              </a:spcBef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2057400" indent="-228600" algn="l" defTabSz="914400" rtl="0" eaLnBrk="0" latinLnBrk="0" hangingPunct="0">
              <a:spcBef>
                <a:spcPct val="20000"/>
              </a:spcBef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79020D9E-AB57-4DBB-9E75-3401334FF1A9}" type="slidenum">
              <a:rPr lang="en-US" altLang="en-US" sz="2200" smtClean="0">
                <a:latin typeface="Tahoma" pitchFamily="34" charset="0"/>
              </a:rPr>
              <a:pPr>
                <a:spcBef>
                  <a:spcPct val="0"/>
                </a:spcBef>
                <a:buFontTx/>
                <a:buNone/>
                <a:defRPr/>
              </a:pPr>
              <a:t>30</a:t>
            </a:fld>
            <a:endParaRPr lang="en-US" altLang="en-US" sz="2200">
              <a:latin typeface="Tahoma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7" name="Picture 4">
            <a:extLst>
              <a:ext uri="{FF2B5EF4-FFF2-40B4-BE49-F238E27FC236}">
                <a16:creationId xmlns:a16="http://schemas.microsoft.com/office/drawing/2014/main" id="{75F90EF3-FD6C-43CF-841E-BF9410C2D290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785" y="852498"/>
            <a:ext cx="10480429" cy="3815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29" name="TextBox 2">
            <a:extLst>
              <a:ext uri="{FF2B5EF4-FFF2-40B4-BE49-F238E27FC236}">
                <a16:creationId xmlns:a16="http://schemas.microsoft.com/office/drawing/2014/main" id="{C3D8B180-5CD3-4F78-A097-E2B8D769EC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-19351"/>
            <a:ext cx="121920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IN" altLang="en-US" sz="36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8 </a:t>
            </a:r>
            <a:r>
              <a:rPr lang="en-IN" altLang="en-US" sz="3600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(contd.)</a:t>
            </a:r>
          </a:p>
          <a:p>
            <a:pPr>
              <a:spcBef>
                <a:spcPct val="0"/>
              </a:spcBef>
              <a:buFontTx/>
              <a:buNone/>
            </a:pPr>
            <a:endParaRPr lang="en-IN" altLang="en-US" sz="1800">
              <a:latin typeface="Tahoma" panose="020B060403050404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9D065F9-D9FA-4ECB-834E-5B1F8264A2BD}"/>
              </a:ext>
            </a:extLst>
          </p:cNvPr>
          <p:cNvCxnSpPr>
            <a:cxnSpLocks/>
          </p:cNvCxnSpPr>
          <p:nvPr/>
        </p:nvCxnSpPr>
        <p:spPr>
          <a:xfrm>
            <a:off x="0" y="662034"/>
            <a:ext cx="12192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 txBox="1">
            <a:spLocks/>
          </p:cNvSpPr>
          <p:nvPr/>
        </p:nvSpPr>
        <p:spPr bwMode="auto">
          <a:xfrm>
            <a:off x="9271600" y="6504843"/>
            <a:ext cx="2844800" cy="3651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0" latinLnBrk="0" hangingPunct="0">
              <a:spcBef>
                <a:spcPct val="20000"/>
              </a:spcBef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defTabSz="914400" rtl="0" eaLnBrk="0" latinLnBrk="0" hangingPunct="0">
              <a:spcBef>
                <a:spcPct val="20000"/>
              </a:spcBef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1143000" indent="-228600" algn="l" defTabSz="914400" rtl="0" eaLnBrk="0" latinLnBrk="0" hangingPunct="0">
              <a:spcBef>
                <a:spcPct val="20000"/>
              </a:spcBef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600200" indent="-228600" algn="l" defTabSz="914400" rtl="0" eaLnBrk="0" latinLnBrk="0" hangingPunct="0">
              <a:spcBef>
                <a:spcPct val="20000"/>
              </a:spcBef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2057400" indent="-228600" algn="l" defTabSz="914400" rtl="0" eaLnBrk="0" latinLnBrk="0" hangingPunct="0">
              <a:spcBef>
                <a:spcPct val="20000"/>
              </a:spcBef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79020D9E-AB57-4DBB-9E75-3401334FF1A9}" type="slidenum">
              <a:rPr lang="en-US" altLang="en-US" sz="2200" smtClean="0">
                <a:latin typeface="Tahoma" pitchFamily="34" charset="0"/>
              </a:rPr>
              <a:pPr>
                <a:spcBef>
                  <a:spcPct val="0"/>
                </a:spcBef>
                <a:buFontTx/>
                <a:buNone/>
                <a:defRPr/>
              </a:pPr>
              <a:t>31</a:t>
            </a:fld>
            <a:endParaRPr lang="en-US" altLang="en-US" sz="2200">
              <a:latin typeface="Tahoma" pitchFamily="3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74651" y="181047"/>
            <a:ext cx="11817349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pPr algn="ctr" eaLnBrk="1" hangingPunct="1"/>
            <a:r>
              <a:rPr lang="en-US" altLang="en-US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Problem 9</a:t>
            </a:r>
          </a:p>
        </p:txBody>
      </p:sp>
      <p:pic>
        <p:nvPicPr>
          <p:cNvPr id="22531" name="Picture 3" descr="msotw9_temp0">
            <a:extLst>
              <a:ext uri="{FF2B5EF4-FFF2-40B4-BE49-F238E27FC236}">
                <a16:creationId xmlns:a16="http://schemas.microsoft.com/office/drawing/2014/main" id="{39F4413B-39F9-448A-9007-D1B2BEC422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92201" y="1047751"/>
            <a:ext cx="3015776" cy="3490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22533" name="Text Box 5">
            <a:extLst>
              <a:ext uri="{FF2B5EF4-FFF2-40B4-BE49-F238E27FC236}">
                <a16:creationId xmlns:a16="http://schemas.microsoft.com/office/drawing/2014/main" id="{5BA2B020-AD12-468D-A23F-14D1D5650C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183" y="4725988"/>
            <a:ext cx="5766686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algn="just" eaLnBrk="1" hangingPunct="1">
              <a:spcBef>
                <a:spcPct val="50000"/>
              </a:spcBef>
              <a:buFont typeface="Wingdings" panose="05000000000000000000" pitchFamily="2" charset="2"/>
              <a:buChar char="q"/>
              <a:defRPr/>
            </a:pPr>
            <a:r>
              <a:rPr lang="en-US" altLang="x-none" sz="2400">
                <a:latin typeface="Times New Roman" charset="0"/>
              </a:rPr>
              <a:t>Knowing that the spring </a:t>
            </a:r>
            <a:r>
              <a:rPr lang="en-US" altLang="x-none" sz="2400" i="1">
                <a:latin typeface="Times New Roman" charset="0"/>
              </a:rPr>
              <a:t>BC</a:t>
            </a:r>
            <a:r>
              <a:rPr lang="en-US" altLang="x-none" sz="2400">
                <a:latin typeface="Times New Roman" charset="0"/>
              </a:rPr>
              <a:t> is </a:t>
            </a:r>
            <a:r>
              <a:rPr lang="en-US" altLang="x-none" sz="2400" err="1">
                <a:latin typeface="Times New Roman" charset="0"/>
              </a:rPr>
              <a:t>unstretched</a:t>
            </a:r>
            <a:r>
              <a:rPr lang="en-US" altLang="x-none" sz="2400">
                <a:latin typeface="Times New Roman" charset="0"/>
              </a:rPr>
              <a:t> when </a:t>
            </a:r>
            <a:r>
              <a:rPr lang="en-US" altLang="x-none" sz="2400" i="1">
                <a:latin typeface="Symbol" charset="2"/>
              </a:rPr>
              <a:t>q</a:t>
            </a:r>
            <a:r>
              <a:rPr lang="en-US" altLang="x-none" sz="2400">
                <a:latin typeface="Times New Roman" charset="0"/>
              </a:rPr>
              <a:t> = 0, determine the position or positions of equilibrium and state whether the equilibrium is stable, unstable, or neutral.</a:t>
            </a:r>
          </a:p>
        </p:txBody>
      </p:sp>
      <p:grpSp>
        <p:nvGrpSpPr>
          <p:cNvPr id="22543" name="Group 15"/>
          <p:cNvGrpSpPr>
            <a:grpSpLocks/>
          </p:cNvGrpSpPr>
          <p:nvPr/>
        </p:nvGrpSpPr>
        <p:grpSpPr bwMode="auto">
          <a:xfrm>
            <a:off x="6079067" y="1081089"/>
            <a:ext cx="6081184" cy="1419225"/>
            <a:chOff x="2887" y="681"/>
            <a:chExt cx="2873" cy="894"/>
          </a:xfrm>
        </p:grpSpPr>
        <p:sp>
          <p:nvSpPr>
            <p:cNvPr id="22534" name="Text Box 6">
              <a:extLst>
                <a:ext uri="{FF2B5EF4-FFF2-40B4-BE49-F238E27FC236}">
                  <a16:creationId xmlns:a16="http://schemas.microsoft.com/office/drawing/2014/main" id="{44D3E949-EE02-4A3B-9201-4925FF17B8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7" y="681"/>
              <a:ext cx="2873" cy="7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227013" indent="-227013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x-none" sz="2000"/>
                <a:t>SOLUTION:</a:t>
              </a:r>
            </a:p>
            <a:p>
              <a:pPr eaLnBrk="1" hangingPunct="1">
                <a:spcBef>
                  <a:spcPct val="50000"/>
                </a:spcBef>
                <a:buFontTx/>
                <a:buChar char="•"/>
                <a:defRPr/>
              </a:pPr>
              <a:r>
                <a:rPr lang="en-US" altLang="x-none" sz="2000"/>
                <a:t>Derive an expression for the total potential energy of the system.</a:t>
              </a:r>
            </a:p>
          </p:txBody>
        </p:sp>
        <p:graphicFrame>
          <p:nvGraphicFramePr>
            <p:cNvPr id="26640" name="Object 8"/>
            <p:cNvGraphicFramePr>
              <a:graphicFrameLocks noChangeAspect="1"/>
            </p:cNvGraphicFramePr>
            <p:nvPr/>
          </p:nvGraphicFramePr>
          <p:xfrm>
            <a:off x="3299" y="1367"/>
            <a:ext cx="680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079500" imgH="330200" progId="Equation.3">
                    <p:embed/>
                  </p:oleObj>
                </mc:Choice>
                <mc:Fallback>
                  <p:oleObj name="Equation" r:id="rId3" imgW="1079500" imgH="330200" progId="Equation.3">
                    <p:embed/>
                    <p:pic>
                      <p:nvPicPr>
                        <p:cNvPr id="2664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99" y="1367"/>
                          <a:ext cx="680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544" name="Group 16"/>
          <p:cNvGrpSpPr>
            <a:grpSpLocks/>
          </p:cNvGrpSpPr>
          <p:nvPr/>
        </p:nvGrpSpPr>
        <p:grpSpPr bwMode="auto">
          <a:xfrm>
            <a:off x="6079068" y="2662238"/>
            <a:ext cx="5922433" cy="1522412"/>
            <a:chOff x="2887" y="1735"/>
            <a:chExt cx="2798" cy="959"/>
          </a:xfrm>
        </p:grpSpPr>
        <p:sp>
          <p:nvSpPr>
            <p:cNvPr id="22535" name="Text Box 7">
              <a:extLst>
                <a:ext uri="{FF2B5EF4-FFF2-40B4-BE49-F238E27FC236}">
                  <a16:creationId xmlns:a16="http://schemas.microsoft.com/office/drawing/2014/main" id="{5178299B-5EC1-4BD7-8133-B6332C16F9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7" y="1735"/>
              <a:ext cx="2798" cy="4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227013" indent="-227013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Char char="•"/>
                <a:defRPr/>
              </a:pPr>
              <a:r>
                <a:rPr lang="en-US" altLang="x-none" sz="2000"/>
                <a:t>Determine the positions of equilibrium by setting the derivative of the potential energy to zero.</a:t>
              </a:r>
            </a:p>
          </p:txBody>
        </p:sp>
        <p:graphicFrame>
          <p:nvGraphicFramePr>
            <p:cNvPr id="26638" name="Object 9"/>
            <p:cNvGraphicFramePr>
              <a:graphicFrameLocks noChangeAspect="1"/>
            </p:cNvGraphicFramePr>
            <p:nvPr/>
          </p:nvGraphicFramePr>
          <p:xfrm>
            <a:off x="3299" y="2342"/>
            <a:ext cx="440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698500" imgH="558800" progId="Equation.3">
                    <p:embed/>
                  </p:oleObj>
                </mc:Choice>
                <mc:Fallback>
                  <p:oleObj name="Equation" r:id="rId5" imgW="698500" imgH="558800" progId="Equation.3">
                    <p:embed/>
                    <p:pic>
                      <p:nvPicPr>
                        <p:cNvPr id="26638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99" y="2342"/>
                          <a:ext cx="440" cy="3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545" name="Group 17"/>
          <p:cNvGrpSpPr>
            <a:grpSpLocks/>
          </p:cNvGrpSpPr>
          <p:nvPr/>
        </p:nvGrpSpPr>
        <p:grpSpPr bwMode="auto">
          <a:xfrm>
            <a:off x="6079067" y="4346576"/>
            <a:ext cx="5778500" cy="1616075"/>
            <a:chOff x="2887" y="2880"/>
            <a:chExt cx="2730" cy="1018"/>
          </a:xfrm>
        </p:grpSpPr>
        <p:sp>
          <p:nvSpPr>
            <p:cNvPr id="22538" name="Text Box 10">
              <a:extLst>
                <a:ext uri="{FF2B5EF4-FFF2-40B4-BE49-F238E27FC236}">
                  <a16:creationId xmlns:a16="http://schemas.microsoft.com/office/drawing/2014/main" id="{DFD8C1B7-F7A0-4C53-BA09-CBB63C2E82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7" y="2880"/>
              <a:ext cx="2730" cy="6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227013" indent="-227013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Char char="•"/>
                <a:defRPr/>
              </a:pPr>
              <a:r>
                <a:rPr lang="en-US" altLang="x-none" sz="2000"/>
                <a:t>Evaluate the stability of the equilibrium positions by determining the sign of the second derivative of the potential energy.</a:t>
              </a:r>
            </a:p>
          </p:txBody>
        </p:sp>
        <p:grpSp>
          <p:nvGrpSpPr>
            <p:cNvPr id="26634" name="Group 14"/>
            <p:cNvGrpSpPr>
              <a:grpSpLocks/>
            </p:cNvGrpSpPr>
            <p:nvPr/>
          </p:nvGrpSpPr>
          <p:grpSpPr bwMode="auto">
            <a:xfrm>
              <a:off x="3299" y="3456"/>
              <a:ext cx="600" cy="442"/>
              <a:chOff x="3306" y="3546"/>
              <a:chExt cx="600" cy="442"/>
            </a:xfrm>
          </p:grpSpPr>
          <p:graphicFrame>
            <p:nvGraphicFramePr>
              <p:cNvPr id="26635" name="Object 11"/>
              <p:cNvGraphicFramePr>
                <a:graphicFrameLocks noChangeAspect="1"/>
              </p:cNvGraphicFramePr>
              <p:nvPr/>
            </p:nvGraphicFramePr>
            <p:xfrm>
              <a:off x="3306" y="3580"/>
              <a:ext cx="600" cy="4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7" imgW="952087" imgH="647419" progId="Equation.3">
                      <p:embed/>
                    </p:oleObj>
                  </mc:Choice>
                  <mc:Fallback>
                    <p:oleObj name="Equation" r:id="rId7" imgW="952087" imgH="647419" progId="Equation.3">
                      <p:embed/>
                      <p:pic>
                        <p:nvPicPr>
                          <p:cNvPr id="26635" name="Object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06" y="3580"/>
                            <a:ext cx="600" cy="4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2540" name="Text Box 12">
                <a:extLst>
                  <a:ext uri="{FF2B5EF4-FFF2-40B4-BE49-F238E27FC236}">
                    <a16:creationId xmlns:a16="http://schemas.microsoft.com/office/drawing/2014/main" id="{9F06A9E7-9749-443A-AF73-F0FCCA7BE7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13" y="3546"/>
                <a:ext cx="195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x-none" sz="2000">
                    <a:latin typeface="Times New Roman" charset="0"/>
                  </a:rPr>
                  <a:t>?</a:t>
                </a:r>
              </a:p>
            </p:txBody>
          </p:sp>
        </p:grp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9D065F9-D9FA-4ECB-834E-5B1F8264A2BD}"/>
              </a:ext>
            </a:extLst>
          </p:cNvPr>
          <p:cNvCxnSpPr>
            <a:cxnSpLocks/>
          </p:cNvCxnSpPr>
          <p:nvPr/>
        </p:nvCxnSpPr>
        <p:spPr>
          <a:xfrm>
            <a:off x="-31749" y="825807"/>
            <a:ext cx="12192000" cy="0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8" name="Slide Number Placeholder 1"/>
          <p:cNvSpPr txBox="1">
            <a:spLocks/>
          </p:cNvSpPr>
          <p:nvPr/>
        </p:nvSpPr>
        <p:spPr bwMode="auto">
          <a:xfrm>
            <a:off x="9271600" y="6504843"/>
            <a:ext cx="2844800" cy="3651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0" latinLnBrk="0" hangingPunct="0">
              <a:spcBef>
                <a:spcPct val="20000"/>
              </a:spcBef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defTabSz="914400" rtl="0" eaLnBrk="0" latinLnBrk="0" hangingPunct="0">
              <a:spcBef>
                <a:spcPct val="20000"/>
              </a:spcBef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1143000" indent="-228600" algn="l" defTabSz="914400" rtl="0" eaLnBrk="0" latinLnBrk="0" hangingPunct="0">
              <a:spcBef>
                <a:spcPct val="20000"/>
              </a:spcBef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600200" indent="-228600" algn="l" defTabSz="914400" rtl="0" eaLnBrk="0" latinLnBrk="0" hangingPunct="0">
              <a:spcBef>
                <a:spcPct val="20000"/>
              </a:spcBef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2057400" indent="-228600" algn="l" defTabSz="914400" rtl="0" eaLnBrk="0" latinLnBrk="0" hangingPunct="0">
              <a:spcBef>
                <a:spcPct val="20000"/>
              </a:spcBef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79020D9E-AB57-4DBB-9E75-3401334FF1A9}" type="slidenum">
              <a:rPr lang="en-US" altLang="en-US" sz="2200" smtClean="0">
                <a:latin typeface="Tahoma" pitchFamily="34" charset="0"/>
              </a:rPr>
              <a:pPr>
                <a:spcBef>
                  <a:spcPct val="0"/>
                </a:spcBef>
                <a:buFontTx/>
                <a:buNone/>
                <a:defRPr/>
              </a:pPr>
              <a:t>32</a:t>
            </a:fld>
            <a:endParaRPr lang="en-US" altLang="en-US" sz="2200"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5966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2">
            <a:extLst>
              <a:ext uri="{FF2B5EF4-FFF2-40B4-BE49-F238E27FC236}">
                <a16:creationId xmlns:a16="http://schemas.microsoft.com/office/drawing/2014/main" id="{000A449C-D3AB-468C-BEE5-BFE157BCC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81200" y="6356361"/>
            <a:ext cx="2133600" cy="365125"/>
          </a:xfrm>
        </p:spPr>
        <p:txBody>
          <a:bodyPr rtlCol="0"/>
          <a:lstStyle/>
          <a:p>
            <a:pPr algn="l">
              <a:defRPr/>
            </a:pPr>
            <a:r>
              <a:rPr lang="en-US" altLang="en-US">
                <a:solidFill>
                  <a:prstClr val="black">
                    <a:tint val="75000"/>
                  </a:prstClr>
                </a:solidFill>
              </a:rPr>
              <a:t>10 - </a:t>
            </a:r>
            <a:fld id="{783CED0F-92DF-4C9D-816D-565975EC26C4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 algn="l">
                <a:defRPr/>
              </a:pPr>
              <a:t>33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95997DE6-3363-4CD4-A5C4-A177274C7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34938"/>
            <a:ext cx="12192000" cy="827088"/>
          </a:xfrm>
        </p:spPr>
        <p:txBody>
          <a:bodyPr/>
          <a:lstStyle/>
          <a:p>
            <a:pPr algn="ctr"/>
            <a:r>
              <a:rPr lang="en-US" altLang="en-US" sz="36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9 </a:t>
            </a:r>
            <a:r>
              <a:rPr lang="en-US" altLang="en-US" sz="3600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(contd.) </a:t>
            </a:r>
          </a:p>
        </p:txBody>
      </p:sp>
      <p:pic>
        <p:nvPicPr>
          <p:cNvPr id="58372" name="Picture 3" descr="msotw9_temp0">
            <a:extLst>
              <a:ext uri="{FF2B5EF4-FFF2-40B4-BE49-F238E27FC236}">
                <a16:creationId xmlns:a16="http://schemas.microsoft.com/office/drawing/2014/main" id="{396440CB-9BF9-453C-816E-DBA1E56DF6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8991" y="1036649"/>
            <a:ext cx="2233612" cy="28479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8373" name="Picture 4" descr="msotw9_temp0">
            <a:extLst>
              <a:ext uri="{FF2B5EF4-FFF2-40B4-BE49-F238E27FC236}">
                <a16:creationId xmlns:a16="http://schemas.microsoft.com/office/drawing/2014/main" id="{4E97E512-0834-4C76-AA45-C7DA9D7927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1351" y="4084649"/>
            <a:ext cx="2489200" cy="24399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8374" name="Group 12">
            <a:extLst>
              <a:ext uri="{FF2B5EF4-FFF2-40B4-BE49-F238E27FC236}">
                <a16:creationId xmlns:a16="http://schemas.microsoft.com/office/drawing/2014/main" id="{9BB00E53-35B5-43E3-8C28-0F405407DB95}"/>
              </a:ext>
            </a:extLst>
          </p:cNvPr>
          <p:cNvGrpSpPr>
            <a:grpSpLocks/>
          </p:cNvGrpSpPr>
          <p:nvPr/>
        </p:nvGrpSpPr>
        <p:grpSpPr bwMode="auto">
          <a:xfrm>
            <a:off x="4706943" y="873125"/>
            <a:ext cx="5915025" cy="2419350"/>
            <a:chOff x="2005" y="591"/>
            <a:chExt cx="3726" cy="1524"/>
          </a:xfrm>
        </p:grpSpPr>
        <p:sp>
          <p:nvSpPr>
            <p:cNvPr id="58380" name="Text Box 6">
              <a:extLst>
                <a:ext uri="{FF2B5EF4-FFF2-40B4-BE49-F238E27FC236}">
                  <a16:creationId xmlns:a16="http://schemas.microsoft.com/office/drawing/2014/main" id="{D40EE60A-582F-44CD-BE12-BD761F9EF9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5" y="591"/>
              <a:ext cx="3726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227013" indent="-2270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b="1" u="sng">
                  <a:solidFill>
                    <a:prstClr val="black"/>
                  </a:solidFill>
                  <a:latin typeface="Times New Roman" panose="02020603050405020304" pitchFamily="18" charset="0"/>
                </a:rPr>
                <a:t>SOLUTION:</a:t>
              </a:r>
            </a:p>
            <a:p>
              <a:pPr algn="just">
                <a:spcBef>
                  <a:spcPct val="0"/>
                </a:spcBef>
                <a:buFont typeface="Wingdings" panose="05000000000000000000" pitchFamily="2" charset="2"/>
                <a:buChar char="Ø"/>
              </a:pPr>
              <a:r>
                <a:rPr lang="en-US" altLang="en-US" sz="2400">
                  <a:solidFill>
                    <a:prstClr val="black"/>
                  </a:solidFill>
                  <a:latin typeface="Times New Roman" panose="02020603050405020304" pitchFamily="18" charset="0"/>
                </a:rPr>
                <a:t>Derive an expression for the total potential energy of the system.</a:t>
              </a:r>
            </a:p>
          </p:txBody>
        </p:sp>
        <p:graphicFrame>
          <p:nvGraphicFramePr>
            <p:cNvPr id="58381" name="Object 7">
              <a:extLst>
                <a:ext uri="{FF2B5EF4-FFF2-40B4-BE49-F238E27FC236}">
                  <a16:creationId xmlns:a16="http://schemas.microsoft.com/office/drawing/2014/main" id="{61C39BDD-EC6D-44D9-8D26-E2E6A074CFA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89" y="1323"/>
            <a:ext cx="1552" cy="7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463800" imgH="1257300" progId="Equation.3">
                    <p:embed/>
                  </p:oleObj>
                </mc:Choice>
                <mc:Fallback>
                  <p:oleObj name="Equation" r:id="rId4" imgW="2463800" imgH="1257300" progId="Equation.3">
                    <p:embed/>
                    <p:pic>
                      <p:nvPicPr>
                        <p:cNvPr id="58381" name="Object 7">
                          <a:extLst>
                            <a:ext uri="{FF2B5EF4-FFF2-40B4-BE49-F238E27FC236}">
                              <a16:creationId xmlns:a16="http://schemas.microsoft.com/office/drawing/2014/main" id="{61C39BDD-EC6D-44D9-8D26-E2E6A074CFA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89" y="1323"/>
                          <a:ext cx="1552" cy="7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8685" name="Group 13">
            <a:extLst>
              <a:ext uri="{FF2B5EF4-FFF2-40B4-BE49-F238E27FC236}">
                <a16:creationId xmlns:a16="http://schemas.microsoft.com/office/drawing/2014/main" id="{B4512291-25EA-44BB-AFD9-8824EC275B59}"/>
              </a:ext>
            </a:extLst>
          </p:cNvPr>
          <p:cNvGrpSpPr>
            <a:grpSpLocks/>
          </p:cNvGrpSpPr>
          <p:nvPr/>
        </p:nvGrpSpPr>
        <p:grpSpPr bwMode="auto">
          <a:xfrm>
            <a:off x="4706943" y="3260270"/>
            <a:ext cx="5961063" cy="3463925"/>
            <a:chOff x="2005" y="2065"/>
            <a:chExt cx="3755" cy="2182"/>
          </a:xfrm>
        </p:grpSpPr>
        <p:sp>
          <p:nvSpPr>
            <p:cNvPr id="58377" name="Text Box 9">
              <a:extLst>
                <a:ext uri="{FF2B5EF4-FFF2-40B4-BE49-F238E27FC236}">
                  <a16:creationId xmlns:a16="http://schemas.microsoft.com/office/drawing/2014/main" id="{F8CE3928-0A75-4214-9326-078670025E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5" y="2065"/>
              <a:ext cx="3755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40" tIns="45720" rIns="91440" bIns="45720" anchor="t">
              <a:spAutoFit/>
            </a:bodyPr>
            <a:lstStyle>
              <a:lvl1pPr marL="227013" indent="-2270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226695" indent="-226695" algn="just">
                <a:spcBef>
                  <a:spcPct val="50000"/>
                </a:spcBef>
                <a:buFont typeface="Wingdings" panose="05000000000000000000" pitchFamily="2" charset="2"/>
                <a:buChar char="Ø"/>
              </a:pPr>
              <a:r>
                <a:rPr lang="en-US" altLang="en-US" sz="2400">
                  <a:latin typeface="Times New Roman"/>
                  <a:cs typeface="Times New Roman"/>
                </a:rPr>
                <a:t>Determine the positions of equilibrium by setting the derivative of the potential energy to zero</a:t>
              </a:r>
              <a:r>
                <a:rPr lang="en-US" altLang="en-US" sz="1800">
                  <a:latin typeface="Times New Roman"/>
                  <a:cs typeface="Times New Roman"/>
                </a:rPr>
                <a:t>.</a:t>
              </a:r>
              <a:endParaRPr lang="en-US">
                <a:latin typeface="Times New Roman"/>
                <a:cs typeface="Times New Roman"/>
              </a:endParaRPr>
            </a:p>
          </p:txBody>
        </p:sp>
        <p:graphicFrame>
          <p:nvGraphicFramePr>
            <p:cNvPr id="58378" name="Object 10">
              <a:extLst>
                <a:ext uri="{FF2B5EF4-FFF2-40B4-BE49-F238E27FC236}">
                  <a16:creationId xmlns:a16="http://schemas.microsoft.com/office/drawing/2014/main" id="{49462CEA-6324-4E30-B2B2-B12558BCAE0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55" y="2926"/>
            <a:ext cx="2432" cy="10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3860800" imgH="1663700" progId="Equation.3">
                    <p:embed/>
                  </p:oleObj>
                </mc:Choice>
                <mc:Fallback>
                  <p:oleObj name="Equation" r:id="rId6" imgW="3860800" imgH="1663700" progId="Equation.3">
                    <p:embed/>
                    <p:pic>
                      <p:nvPicPr>
                        <p:cNvPr id="58378" name="Object 10">
                          <a:extLst>
                            <a:ext uri="{FF2B5EF4-FFF2-40B4-BE49-F238E27FC236}">
                              <a16:creationId xmlns:a16="http://schemas.microsoft.com/office/drawing/2014/main" id="{49462CEA-6324-4E30-B2B2-B12558BCAE0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5" y="2926"/>
                          <a:ext cx="2432" cy="10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8379" name="Object 11">
              <a:extLst>
                <a:ext uri="{FF2B5EF4-FFF2-40B4-BE49-F238E27FC236}">
                  <a16:creationId xmlns:a16="http://schemas.microsoft.com/office/drawing/2014/main" id="{E7FC5D05-AEDD-4734-BFA5-5914AD53658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32" y="4071"/>
            <a:ext cx="1808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2870200" imgH="279400" progId="Equation.3">
                    <p:embed/>
                  </p:oleObj>
                </mc:Choice>
                <mc:Fallback>
                  <p:oleObj name="Equation" r:id="rId8" imgW="2870200" imgH="279400" progId="Equation.3">
                    <p:embed/>
                    <p:pic>
                      <p:nvPicPr>
                        <p:cNvPr id="58379" name="Object 11">
                          <a:extLst>
                            <a:ext uri="{FF2B5EF4-FFF2-40B4-BE49-F238E27FC236}">
                              <a16:creationId xmlns:a16="http://schemas.microsoft.com/office/drawing/2014/main" id="{E7FC5D05-AEDD-4734-BFA5-5914AD53658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32" y="4071"/>
                          <a:ext cx="1808" cy="176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8DCE137-B10B-4D1B-86B0-92966C16D1DF}"/>
              </a:ext>
            </a:extLst>
          </p:cNvPr>
          <p:cNvCxnSpPr>
            <a:cxnSpLocks/>
          </p:cNvCxnSpPr>
          <p:nvPr/>
        </p:nvCxnSpPr>
        <p:spPr>
          <a:xfrm flipV="1">
            <a:off x="0" y="678508"/>
            <a:ext cx="12192000" cy="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Slide Number Placeholder 1"/>
          <p:cNvSpPr txBox="1">
            <a:spLocks/>
          </p:cNvSpPr>
          <p:nvPr/>
        </p:nvSpPr>
        <p:spPr bwMode="auto">
          <a:xfrm>
            <a:off x="9271600" y="6504843"/>
            <a:ext cx="2844800" cy="3651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0" latinLnBrk="0" hangingPunct="0">
              <a:spcBef>
                <a:spcPct val="20000"/>
              </a:spcBef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defTabSz="914400" rtl="0" eaLnBrk="0" latinLnBrk="0" hangingPunct="0">
              <a:spcBef>
                <a:spcPct val="20000"/>
              </a:spcBef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1143000" indent="-228600" algn="l" defTabSz="914400" rtl="0" eaLnBrk="0" latinLnBrk="0" hangingPunct="0">
              <a:spcBef>
                <a:spcPct val="20000"/>
              </a:spcBef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600200" indent="-228600" algn="l" defTabSz="914400" rtl="0" eaLnBrk="0" latinLnBrk="0" hangingPunct="0">
              <a:spcBef>
                <a:spcPct val="20000"/>
              </a:spcBef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2057400" indent="-228600" algn="l" defTabSz="914400" rtl="0" eaLnBrk="0" latinLnBrk="0" hangingPunct="0">
              <a:spcBef>
                <a:spcPct val="20000"/>
              </a:spcBef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79020D9E-AB57-4DBB-9E75-3401334FF1A9}" type="slidenum">
              <a:rPr lang="en-US" altLang="en-US" sz="2200" smtClean="0">
                <a:latin typeface="Tahoma" pitchFamily="34" charset="0"/>
              </a:rPr>
              <a:pPr>
                <a:spcBef>
                  <a:spcPct val="0"/>
                </a:spcBef>
                <a:buFontTx/>
                <a:buNone/>
                <a:defRPr/>
              </a:pPr>
              <a:t>33</a:t>
            </a:fld>
            <a:endParaRPr lang="en-US" altLang="en-US" sz="2200"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374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1C7CFED3-3453-4E42-853D-70EE80F6C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81200" y="6356361"/>
            <a:ext cx="2133600" cy="365125"/>
          </a:xfrm>
        </p:spPr>
        <p:txBody>
          <a:bodyPr rtlCol="0"/>
          <a:lstStyle/>
          <a:p>
            <a:pPr algn="l">
              <a:defRPr/>
            </a:pPr>
            <a:r>
              <a:rPr lang="en-US" altLang="en-US">
                <a:solidFill>
                  <a:prstClr val="black">
                    <a:tint val="75000"/>
                  </a:prstClr>
                </a:solidFill>
              </a:rPr>
              <a:t>10 - </a:t>
            </a:r>
            <a:fld id="{65DFD2C2-A7CD-422D-9F13-9DD6A71CB5F8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 algn="l">
                <a:defRPr/>
              </a:pPr>
              <a:t>34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0B1A60D8-A97D-4693-8431-9578528CB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938"/>
            <a:ext cx="12192000" cy="792162"/>
          </a:xfrm>
        </p:spPr>
        <p:txBody>
          <a:bodyPr/>
          <a:lstStyle/>
          <a:p>
            <a:pPr algn="ctr"/>
            <a:r>
              <a:rPr lang="en-US" altLang="en-US" sz="36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9 </a:t>
            </a:r>
            <a:r>
              <a:rPr lang="en-US" altLang="en-US" sz="3600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(contd.)</a:t>
            </a:r>
          </a:p>
        </p:txBody>
      </p:sp>
      <p:pic>
        <p:nvPicPr>
          <p:cNvPr id="59396" name="Picture 3" descr="msotw9_temp0">
            <a:extLst>
              <a:ext uri="{FF2B5EF4-FFF2-40B4-BE49-F238E27FC236}">
                <a16:creationId xmlns:a16="http://schemas.microsoft.com/office/drawing/2014/main" id="{BFF6046E-9528-49D7-9F28-F9C0E63104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8991" y="1036649"/>
            <a:ext cx="2233612" cy="28479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9397" name="Picture 4" descr="msotw9_temp0">
            <a:extLst>
              <a:ext uri="{FF2B5EF4-FFF2-40B4-BE49-F238E27FC236}">
                <a16:creationId xmlns:a16="http://schemas.microsoft.com/office/drawing/2014/main" id="{B73DB045-E253-469B-AAFF-FA7CA4154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1351" y="4060825"/>
            <a:ext cx="2489200" cy="24399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9398" name="Group 26">
            <a:extLst>
              <a:ext uri="{FF2B5EF4-FFF2-40B4-BE49-F238E27FC236}">
                <a16:creationId xmlns:a16="http://schemas.microsoft.com/office/drawing/2014/main" id="{DDE35D2D-7EF9-46D9-83A0-C22ADC03348D}"/>
              </a:ext>
            </a:extLst>
          </p:cNvPr>
          <p:cNvGrpSpPr>
            <a:grpSpLocks/>
          </p:cNvGrpSpPr>
          <p:nvPr/>
        </p:nvGrpSpPr>
        <p:grpSpPr bwMode="auto">
          <a:xfrm>
            <a:off x="4657728" y="908061"/>
            <a:ext cx="5902325" cy="4068763"/>
            <a:chOff x="1995" y="595"/>
            <a:chExt cx="3718" cy="2563"/>
          </a:xfrm>
        </p:grpSpPr>
        <p:graphicFrame>
          <p:nvGraphicFramePr>
            <p:cNvPr id="59408" name="Object 7">
              <a:extLst>
                <a:ext uri="{FF2B5EF4-FFF2-40B4-BE49-F238E27FC236}">
                  <a16:creationId xmlns:a16="http://schemas.microsoft.com/office/drawing/2014/main" id="{684B8E36-CF7E-428C-9DA2-B2EA1344E75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59" y="1374"/>
            <a:ext cx="1552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463800" imgH="419100" progId="Equation.3">
                    <p:embed/>
                  </p:oleObj>
                </mc:Choice>
                <mc:Fallback>
                  <p:oleObj name="Equation" r:id="rId4" imgW="2463800" imgH="419100" progId="Equation.3">
                    <p:embed/>
                    <p:pic>
                      <p:nvPicPr>
                        <p:cNvPr id="59408" name="Object 7">
                          <a:extLst>
                            <a:ext uri="{FF2B5EF4-FFF2-40B4-BE49-F238E27FC236}">
                              <a16:creationId xmlns:a16="http://schemas.microsoft.com/office/drawing/2014/main" id="{684B8E36-CF7E-428C-9DA2-B2EA1344E75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9" y="1374"/>
                          <a:ext cx="1552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9409" name="Object 10">
              <a:extLst>
                <a:ext uri="{FF2B5EF4-FFF2-40B4-BE49-F238E27FC236}">
                  <a16:creationId xmlns:a16="http://schemas.microsoft.com/office/drawing/2014/main" id="{4257F19E-5A8D-4357-A368-589CE3497DC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59" y="1763"/>
            <a:ext cx="1544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451100" imgH="558800" progId="Equation.3">
                    <p:embed/>
                  </p:oleObj>
                </mc:Choice>
                <mc:Fallback>
                  <p:oleObj name="Equation" r:id="rId6" imgW="2451100" imgH="558800" progId="Equation.3">
                    <p:embed/>
                    <p:pic>
                      <p:nvPicPr>
                        <p:cNvPr id="59409" name="Object 10">
                          <a:extLst>
                            <a:ext uri="{FF2B5EF4-FFF2-40B4-BE49-F238E27FC236}">
                              <a16:creationId xmlns:a16="http://schemas.microsoft.com/office/drawing/2014/main" id="{4257F19E-5A8D-4357-A368-589CE3497DC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9" y="1763"/>
                          <a:ext cx="1544" cy="3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9410" name="Object 11">
              <a:extLst>
                <a:ext uri="{FF2B5EF4-FFF2-40B4-BE49-F238E27FC236}">
                  <a16:creationId xmlns:a16="http://schemas.microsoft.com/office/drawing/2014/main" id="{81F5DA1F-9436-4668-9D59-B0FCF583DAA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52" y="2017"/>
            <a:ext cx="1232" cy="3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955800" imgH="622300" progId="Equation.3">
                    <p:embed/>
                  </p:oleObj>
                </mc:Choice>
                <mc:Fallback>
                  <p:oleObj name="Equation" r:id="rId8" imgW="1955800" imgH="622300" progId="Equation.3">
                    <p:embed/>
                    <p:pic>
                      <p:nvPicPr>
                        <p:cNvPr id="59410" name="Object 11">
                          <a:extLst>
                            <a:ext uri="{FF2B5EF4-FFF2-40B4-BE49-F238E27FC236}">
                              <a16:creationId xmlns:a16="http://schemas.microsoft.com/office/drawing/2014/main" id="{81F5DA1F-9436-4668-9D59-B0FCF583DAA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52" y="2017"/>
                          <a:ext cx="1232" cy="3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9411" name="Text Box 13">
              <a:extLst>
                <a:ext uri="{FF2B5EF4-FFF2-40B4-BE49-F238E27FC236}">
                  <a16:creationId xmlns:a16="http://schemas.microsoft.com/office/drawing/2014/main" id="{3C83E16A-0EA1-4AB4-980E-1183618F24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95" y="595"/>
              <a:ext cx="3718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227013" indent="-2270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just">
                <a:spcBef>
                  <a:spcPct val="50000"/>
                </a:spcBef>
                <a:buFont typeface="Wingdings" panose="05000000000000000000" pitchFamily="2" charset="2"/>
                <a:buChar char="Ø"/>
              </a:pPr>
              <a:r>
                <a:rPr lang="en-US" altLang="en-US" sz="2400">
                  <a:solidFill>
                    <a:prstClr val="black"/>
                  </a:solidFill>
                  <a:latin typeface="Times New Roman" panose="02020603050405020304" pitchFamily="18" charset="0"/>
                </a:rPr>
                <a:t>Evaluate the stability of the equilibrium positions by determining the sign of the second derivative of the potential energy.</a:t>
              </a:r>
            </a:p>
          </p:txBody>
        </p:sp>
        <p:graphicFrame>
          <p:nvGraphicFramePr>
            <p:cNvPr id="59412" name="Object 17">
              <a:extLst>
                <a:ext uri="{FF2B5EF4-FFF2-40B4-BE49-F238E27FC236}">
                  <a16:creationId xmlns:a16="http://schemas.microsoft.com/office/drawing/2014/main" id="{402F3744-6FC7-47FB-82EB-A1A66A3619D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59" y="2302"/>
            <a:ext cx="3304" cy="8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5245100" imgH="1358900" progId="Equation.3">
                    <p:embed/>
                  </p:oleObj>
                </mc:Choice>
                <mc:Fallback>
                  <p:oleObj name="Equation" r:id="rId10" imgW="5245100" imgH="1358900" progId="Equation.3">
                    <p:embed/>
                    <p:pic>
                      <p:nvPicPr>
                        <p:cNvPr id="59412" name="Object 17">
                          <a:extLst>
                            <a:ext uri="{FF2B5EF4-FFF2-40B4-BE49-F238E27FC236}">
                              <a16:creationId xmlns:a16="http://schemas.microsoft.com/office/drawing/2014/main" id="{402F3744-6FC7-47FB-82EB-A1A66A3619D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9" y="2302"/>
                          <a:ext cx="3304" cy="8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720" name="Group 24">
            <a:extLst>
              <a:ext uri="{FF2B5EF4-FFF2-40B4-BE49-F238E27FC236}">
                <a16:creationId xmlns:a16="http://schemas.microsoft.com/office/drawing/2014/main" id="{3A237F36-BC14-45A9-B309-C21639D87093}"/>
              </a:ext>
            </a:extLst>
          </p:cNvPr>
          <p:cNvGrpSpPr>
            <a:grpSpLocks/>
          </p:cNvGrpSpPr>
          <p:nvPr/>
        </p:nvGrpSpPr>
        <p:grpSpPr bwMode="auto">
          <a:xfrm>
            <a:off x="5135564" y="5148268"/>
            <a:ext cx="5100637" cy="647700"/>
            <a:chOff x="2259" y="3243"/>
            <a:chExt cx="2947" cy="408"/>
          </a:xfrm>
        </p:grpSpPr>
        <p:sp>
          <p:nvSpPr>
            <p:cNvPr id="59405" name="Text Box 18">
              <a:extLst>
                <a:ext uri="{FF2B5EF4-FFF2-40B4-BE49-F238E27FC236}">
                  <a16:creationId xmlns:a16="http://schemas.microsoft.com/office/drawing/2014/main" id="{1D4F172A-67D4-49E9-8551-6E7479A53E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9" y="3331"/>
              <a:ext cx="65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800">
                  <a:solidFill>
                    <a:prstClr val="black"/>
                  </a:solidFill>
                  <a:latin typeface="Tahoma" panose="020B0604030504040204" pitchFamily="34" charset="0"/>
                </a:rPr>
                <a:t>at </a:t>
              </a:r>
              <a:r>
                <a:rPr lang="en-US" altLang="en-US" sz="1800" i="1">
                  <a:solidFill>
                    <a:prstClr val="black"/>
                  </a:solidFill>
                  <a:latin typeface="Symbol" panose="05050102010706020507" pitchFamily="18" charset="2"/>
                </a:rPr>
                <a:t>q </a:t>
              </a:r>
              <a:r>
                <a:rPr lang="en-US" altLang="en-US" sz="1800">
                  <a:solidFill>
                    <a:prstClr val="black"/>
                  </a:solidFill>
                  <a:latin typeface="Tahoma" panose="020B0604030504040204" pitchFamily="34" charset="0"/>
                </a:rPr>
                <a:t>= 0:</a:t>
              </a:r>
            </a:p>
          </p:txBody>
        </p:sp>
        <p:graphicFrame>
          <p:nvGraphicFramePr>
            <p:cNvPr id="59406" name="Object 19">
              <a:extLst>
                <a:ext uri="{FF2B5EF4-FFF2-40B4-BE49-F238E27FC236}">
                  <a16:creationId xmlns:a16="http://schemas.microsoft.com/office/drawing/2014/main" id="{5E0DE0C4-39D5-409F-8696-03334643683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55" y="3243"/>
            <a:ext cx="976" cy="4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549400" imgH="647700" progId="Equation.3">
                    <p:embed/>
                  </p:oleObj>
                </mc:Choice>
                <mc:Fallback>
                  <p:oleObj name="Equation" r:id="rId12" imgW="1549400" imgH="647700" progId="Equation.3">
                    <p:embed/>
                    <p:pic>
                      <p:nvPicPr>
                        <p:cNvPr id="59406" name="Object 19">
                          <a:extLst>
                            <a:ext uri="{FF2B5EF4-FFF2-40B4-BE49-F238E27FC236}">
                              <a16:creationId xmlns:a16="http://schemas.microsoft.com/office/drawing/2014/main" id="{5E0DE0C4-39D5-409F-8696-03334643683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55" y="3243"/>
                          <a:ext cx="976" cy="4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9407" name="Text Box 20">
              <a:extLst>
                <a:ext uri="{FF2B5EF4-FFF2-40B4-BE49-F238E27FC236}">
                  <a16:creationId xmlns:a16="http://schemas.microsoft.com/office/drawing/2014/main" id="{873C435D-73B5-484B-8CE5-5312F0DA50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7" y="3329"/>
              <a:ext cx="629" cy="233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en-US" sz="1800">
                  <a:solidFill>
                    <a:prstClr val="black"/>
                  </a:solidFill>
                  <a:latin typeface="Tahoma" panose="020B0604030504040204" pitchFamily="34" charset="0"/>
                </a:rPr>
                <a:t>unstable</a:t>
              </a:r>
            </a:p>
          </p:txBody>
        </p:sp>
      </p:grpSp>
      <p:grpSp>
        <p:nvGrpSpPr>
          <p:cNvPr id="29721" name="Group 25">
            <a:extLst>
              <a:ext uri="{FF2B5EF4-FFF2-40B4-BE49-F238E27FC236}">
                <a16:creationId xmlns:a16="http://schemas.microsoft.com/office/drawing/2014/main" id="{400BF40F-1299-4796-ADBD-5C56CC4DA3CE}"/>
              </a:ext>
            </a:extLst>
          </p:cNvPr>
          <p:cNvGrpSpPr>
            <a:grpSpLocks/>
          </p:cNvGrpSpPr>
          <p:nvPr/>
        </p:nvGrpSpPr>
        <p:grpSpPr bwMode="auto">
          <a:xfrm>
            <a:off x="5124458" y="6057906"/>
            <a:ext cx="4651375" cy="771525"/>
            <a:chOff x="2259" y="3689"/>
            <a:chExt cx="2930" cy="486"/>
          </a:xfrm>
        </p:grpSpPr>
        <p:sp>
          <p:nvSpPr>
            <p:cNvPr id="59402" name="Text Box 21">
              <a:extLst>
                <a:ext uri="{FF2B5EF4-FFF2-40B4-BE49-F238E27FC236}">
                  <a16:creationId xmlns:a16="http://schemas.microsoft.com/office/drawing/2014/main" id="{E5A27FD0-DB09-403B-9757-37F93F2644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9" y="3768"/>
              <a:ext cx="830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800">
                  <a:solidFill>
                    <a:prstClr val="black"/>
                  </a:solidFill>
                  <a:latin typeface="Tahoma" panose="020B0604030504040204" pitchFamily="34" charset="0"/>
                </a:rPr>
                <a:t>at </a:t>
              </a:r>
              <a:r>
                <a:rPr lang="en-US" altLang="en-US" sz="1800" i="1">
                  <a:solidFill>
                    <a:prstClr val="black"/>
                  </a:solidFill>
                  <a:latin typeface="Symbol" panose="05050102010706020507" pitchFamily="18" charset="2"/>
                </a:rPr>
                <a:t>q </a:t>
              </a:r>
              <a:r>
                <a:rPr lang="en-US" altLang="en-US" sz="1800">
                  <a:solidFill>
                    <a:prstClr val="black"/>
                  </a:solidFill>
                  <a:latin typeface="Tahoma" panose="020B0604030504040204" pitchFamily="34" charset="0"/>
                </a:rPr>
                <a:t>= 51.7</a:t>
              </a:r>
              <a:r>
                <a:rPr lang="en-US" altLang="en-US" sz="1800" baseline="30000">
                  <a:solidFill>
                    <a:prstClr val="black"/>
                  </a:solidFill>
                  <a:latin typeface="Tahoma" panose="020B0604030504040204" pitchFamily="34" charset="0"/>
                </a:rPr>
                <a:t>o</a:t>
              </a:r>
              <a:r>
                <a:rPr lang="en-US" altLang="en-US" sz="1800">
                  <a:solidFill>
                    <a:prstClr val="black"/>
                  </a:solidFill>
                  <a:latin typeface="Tahoma" panose="020B0604030504040204" pitchFamily="34" charset="0"/>
                </a:rPr>
                <a:t>:</a:t>
              </a:r>
            </a:p>
          </p:txBody>
        </p:sp>
        <p:graphicFrame>
          <p:nvGraphicFramePr>
            <p:cNvPr id="59403" name="Object 22">
              <a:extLst>
                <a:ext uri="{FF2B5EF4-FFF2-40B4-BE49-F238E27FC236}">
                  <a16:creationId xmlns:a16="http://schemas.microsoft.com/office/drawing/2014/main" id="{E92905B6-C78B-4A04-B70B-83E358ABAE3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55" y="3689"/>
            <a:ext cx="984" cy="4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562100" imgH="647700" progId="Equation.3">
                    <p:embed/>
                  </p:oleObj>
                </mc:Choice>
                <mc:Fallback>
                  <p:oleObj name="Equation" r:id="rId14" imgW="1562100" imgH="647700" progId="Equation.3">
                    <p:embed/>
                    <p:pic>
                      <p:nvPicPr>
                        <p:cNvPr id="59403" name="Object 22">
                          <a:extLst>
                            <a:ext uri="{FF2B5EF4-FFF2-40B4-BE49-F238E27FC236}">
                              <a16:creationId xmlns:a16="http://schemas.microsoft.com/office/drawing/2014/main" id="{E92905B6-C78B-4A04-B70B-83E358ABAE3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55" y="3689"/>
                          <a:ext cx="984" cy="4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9404" name="Text Box 23">
              <a:extLst>
                <a:ext uri="{FF2B5EF4-FFF2-40B4-BE49-F238E27FC236}">
                  <a16:creationId xmlns:a16="http://schemas.microsoft.com/office/drawing/2014/main" id="{35418C36-43C4-4A2C-B356-A7245872BB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3783"/>
              <a:ext cx="629" cy="233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en-US" sz="1800">
                  <a:solidFill>
                    <a:prstClr val="black"/>
                  </a:solidFill>
                  <a:latin typeface="Tahoma" panose="020B0604030504040204" pitchFamily="34" charset="0"/>
                </a:rPr>
                <a:t>stable</a:t>
              </a:r>
            </a:p>
          </p:txBody>
        </p:sp>
      </p:grp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FAB5C1C-95AC-464F-8E1A-071ADC6FA32E}"/>
              </a:ext>
            </a:extLst>
          </p:cNvPr>
          <p:cNvCxnSpPr>
            <a:cxnSpLocks/>
          </p:cNvCxnSpPr>
          <p:nvPr/>
        </p:nvCxnSpPr>
        <p:spPr>
          <a:xfrm flipV="1">
            <a:off x="0" y="712798"/>
            <a:ext cx="12192000" cy="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" name="Slide Number Placeholder 1"/>
          <p:cNvSpPr txBox="1">
            <a:spLocks/>
          </p:cNvSpPr>
          <p:nvPr/>
        </p:nvSpPr>
        <p:spPr bwMode="auto">
          <a:xfrm>
            <a:off x="9271600" y="6504843"/>
            <a:ext cx="2844800" cy="3651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0" latinLnBrk="0" hangingPunct="0">
              <a:spcBef>
                <a:spcPct val="20000"/>
              </a:spcBef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defTabSz="914400" rtl="0" eaLnBrk="0" latinLnBrk="0" hangingPunct="0">
              <a:spcBef>
                <a:spcPct val="20000"/>
              </a:spcBef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1143000" indent="-228600" algn="l" defTabSz="914400" rtl="0" eaLnBrk="0" latinLnBrk="0" hangingPunct="0">
              <a:spcBef>
                <a:spcPct val="20000"/>
              </a:spcBef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600200" indent="-228600" algn="l" defTabSz="914400" rtl="0" eaLnBrk="0" latinLnBrk="0" hangingPunct="0">
              <a:spcBef>
                <a:spcPct val="20000"/>
              </a:spcBef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2057400" indent="-228600" algn="l" defTabSz="914400" rtl="0" eaLnBrk="0" latinLnBrk="0" hangingPunct="0">
              <a:spcBef>
                <a:spcPct val="20000"/>
              </a:spcBef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79020D9E-AB57-4DBB-9E75-3401334FF1A9}" type="slidenum">
              <a:rPr lang="en-US" altLang="en-US" sz="2200" smtClean="0">
                <a:latin typeface="Tahoma" pitchFamily="34" charset="0"/>
              </a:rPr>
              <a:pPr>
                <a:spcBef>
                  <a:spcPct val="0"/>
                </a:spcBef>
                <a:buFontTx/>
                <a:buNone/>
                <a:defRPr/>
              </a:pPr>
              <a:t>34</a:t>
            </a:fld>
            <a:endParaRPr lang="en-US" altLang="en-US" sz="2200"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0277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19" name="Picture 5">
            <a:extLst>
              <a:ext uri="{FF2B5EF4-FFF2-40B4-BE49-F238E27FC236}">
                <a16:creationId xmlns:a16="http://schemas.microsoft.com/office/drawing/2014/main" id="{0754CCF1-42B3-4AAE-8B58-9CBFE7870DBF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951" y="742950"/>
            <a:ext cx="8929688" cy="124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420" name="Picture 6">
            <a:extLst>
              <a:ext uri="{FF2B5EF4-FFF2-40B4-BE49-F238E27FC236}">
                <a16:creationId xmlns:a16="http://schemas.microsoft.com/office/drawing/2014/main" id="{8D6B3707-E692-4F2C-B22E-6257B3C9A8DE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6163" y="2060586"/>
            <a:ext cx="2921000" cy="461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421" name="Picture 7">
            <a:extLst>
              <a:ext uri="{FF2B5EF4-FFF2-40B4-BE49-F238E27FC236}">
                <a16:creationId xmlns:a16="http://schemas.microsoft.com/office/drawing/2014/main" id="{AD59DBD5-8837-4575-865F-591BC60931E6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0621" y="2097088"/>
            <a:ext cx="3705225" cy="416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422" name="TextBox 1">
            <a:extLst>
              <a:ext uri="{FF2B5EF4-FFF2-40B4-BE49-F238E27FC236}">
                <a16:creationId xmlns:a16="http://schemas.microsoft.com/office/drawing/2014/main" id="{7C5176EB-1A21-43EC-8855-7D0F26A089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938"/>
            <a:ext cx="12192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IN" altLang="en-US" sz="36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10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664DC5F-B807-4885-9D38-7D2394FC912C}"/>
              </a:ext>
            </a:extLst>
          </p:cNvPr>
          <p:cNvCxnSpPr>
            <a:cxnSpLocks/>
          </p:cNvCxnSpPr>
          <p:nvPr/>
        </p:nvCxnSpPr>
        <p:spPr>
          <a:xfrm flipV="1">
            <a:off x="0" y="678508"/>
            <a:ext cx="12192000" cy="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1"/>
          <p:cNvSpPr txBox="1">
            <a:spLocks/>
          </p:cNvSpPr>
          <p:nvPr/>
        </p:nvSpPr>
        <p:spPr bwMode="auto">
          <a:xfrm>
            <a:off x="9271600" y="6504843"/>
            <a:ext cx="2844800" cy="3651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0" latinLnBrk="0" hangingPunct="0">
              <a:spcBef>
                <a:spcPct val="20000"/>
              </a:spcBef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defTabSz="914400" rtl="0" eaLnBrk="0" latinLnBrk="0" hangingPunct="0">
              <a:spcBef>
                <a:spcPct val="20000"/>
              </a:spcBef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1143000" indent="-228600" algn="l" defTabSz="914400" rtl="0" eaLnBrk="0" latinLnBrk="0" hangingPunct="0">
              <a:spcBef>
                <a:spcPct val="20000"/>
              </a:spcBef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600200" indent="-228600" algn="l" defTabSz="914400" rtl="0" eaLnBrk="0" latinLnBrk="0" hangingPunct="0">
              <a:spcBef>
                <a:spcPct val="20000"/>
              </a:spcBef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2057400" indent="-228600" algn="l" defTabSz="914400" rtl="0" eaLnBrk="0" latinLnBrk="0" hangingPunct="0">
              <a:spcBef>
                <a:spcPct val="20000"/>
              </a:spcBef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79020D9E-AB57-4DBB-9E75-3401334FF1A9}" type="slidenum">
              <a:rPr lang="en-US" altLang="en-US" sz="2200" smtClean="0">
                <a:latin typeface="Tahoma" pitchFamily="34" charset="0"/>
              </a:rPr>
              <a:pPr>
                <a:spcBef>
                  <a:spcPct val="0"/>
                </a:spcBef>
                <a:buFontTx/>
                <a:buNone/>
                <a:defRPr/>
              </a:pPr>
              <a:t>35</a:t>
            </a:fld>
            <a:endParaRPr lang="en-US" altLang="en-US" sz="2200"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87522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7723E-FE09-D10C-9749-A17FD55C6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2512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3" name="Picture 4">
            <a:extLst>
              <a:ext uri="{FF2B5EF4-FFF2-40B4-BE49-F238E27FC236}">
                <a16:creationId xmlns:a16="http://schemas.microsoft.com/office/drawing/2014/main" id="{32DDB1D2-1E0C-4F51-817F-E4E6C9EAD471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852" y="728663"/>
            <a:ext cx="8532813" cy="3611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44" name="Picture 6">
            <a:extLst>
              <a:ext uri="{FF2B5EF4-FFF2-40B4-BE49-F238E27FC236}">
                <a16:creationId xmlns:a16="http://schemas.microsoft.com/office/drawing/2014/main" id="{69A891A7-A64E-4A23-AB82-80D99F91250F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755" y="4308486"/>
            <a:ext cx="7920039" cy="250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45" name="TextBox 1">
            <a:extLst>
              <a:ext uri="{FF2B5EF4-FFF2-40B4-BE49-F238E27FC236}">
                <a16:creationId xmlns:a16="http://schemas.microsoft.com/office/drawing/2014/main" id="{8579FC40-E79A-40CF-9522-CBB46F4E1D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-26988"/>
            <a:ext cx="12192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IN" altLang="en-US" sz="36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10 </a:t>
            </a:r>
            <a:r>
              <a:rPr lang="en-IN" altLang="en-US" sz="3600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(contd.)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D88F790-9C64-4241-9BB0-95445A6C0130}"/>
              </a:ext>
            </a:extLst>
          </p:cNvPr>
          <p:cNvCxnSpPr>
            <a:cxnSpLocks/>
          </p:cNvCxnSpPr>
          <p:nvPr/>
        </p:nvCxnSpPr>
        <p:spPr>
          <a:xfrm flipV="1">
            <a:off x="0" y="645064"/>
            <a:ext cx="12192000" cy="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 txBox="1">
            <a:spLocks/>
          </p:cNvSpPr>
          <p:nvPr/>
        </p:nvSpPr>
        <p:spPr bwMode="auto">
          <a:xfrm>
            <a:off x="9271600" y="6504843"/>
            <a:ext cx="2844800" cy="3651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0" latinLnBrk="0" hangingPunct="0">
              <a:spcBef>
                <a:spcPct val="20000"/>
              </a:spcBef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defTabSz="914400" rtl="0" eaLnBrk="0" latinLnBrk="0" hangingPunct="0">
              <a:spcBef>
                <a:spcPct val="20000"/>
              </a:spcBef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1143000" indent="-228600" algn="l" defTabSz="914400" rtl="0" eaLnBrk="0" latinLnBrk="0" hangingPunct="0">
              <a:spcBef>
                <a:spcPct val="20000"/>
              </a:spcBef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600200" indent="-228600" algn="l" defTabSz="914400" rtl="0" eaLnBrk="0" latinLnBrk="0" hangingPunct="0">
              <a:spcBef>
                <a:spcPct val="20000"/>
              </a:spcBef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2057400" indent="-228600" algn="l" defTabSz="914400" rtl="0" eaLnBrk="0" latinLnBrk="0" hangingPunct="0">
              <a:spcBef>
                <a:spcPct val="20000"/>
              </a:spcBef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79020D9E-AB57-4DBB-9E75-3401334FF1A9}" type="slidenum">
              <a:rPr lang="en-US" altLang="en-US" sz="2200" smtClean="0">
                <a:latin typeface="Tahoma" pitchFamily="34" charset="0"/>
              </a:rPr>
              <a:pPr>
                <a:spcBef>
                  <a:spcPct val="0"/>
                </a:spcBef>
                <a:buFontTx/>
                <a:buNone/>
                <a:defRPr/>
              </a:pPr>
              <a:t>37</a:t>
            </a:fld>
            <a:endParaRPr lang="en-US" altLang="en-US" sz="2200"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07863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7" name="Picture 4">
            <a:extLst>
              <a:ext uri="{FF2B5EF4-FFF2-40B4-BE49-F238E27FC236}">
                <a16:creationId xmlns:a16="http://schemas.microsoft.com/office/drawing/2014/main" id="{561F4535-0160-4FE4-A5EF-D03A271EA285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6472" y="742454"/>
            <a:ext cx="7724632" cy="6023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68" name="TextBox 1">
            <a:extLst>
              <a:ext uri="{FF2B5EF4-FFF2-40B4-BE49-F238E27FC236}">
                <a16:creationId xmlns:a16="http://schemas.microsoft.com/office/drawing/2014/main" id="{D4FAB405-2EF9-4BAB-903A-D58B05318A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938"/>
            <a:ext cx="12192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IN" altLang="en-US" sz="36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10 </a:t>
            </a:r>
            <a:r>
              <a:rPr lang="en-IN" altLang="en-US" sz="3600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(contd.)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AF46311-F8C0-48C1-BDB2-422AF418F498}"/>
              </a:ext>
            </a:extLst>
          </p:cNvPr>
          <p:cNvCxnSpPr>
            <a:cxnSpLocks/>
          </p:cNvCxnSpPr>
          <p:nvPr/>
        </p:nvCxnSpPr>
        <p:spPr>
          <a:xfrm flipV="1">
            <a:off x="0" y="660565"/>
            <a:ext cx="12192000" cy="1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 txBox="1">
            <a:spLocks/>
          </p:cNvSpPr>
          <p:nvPr/>
        </p:nvSpPr>
        <p:spPr bwMode="auto">
          <a:xfrm>
            <a:off x="9271600" y="6504843"/>
            <a:ext cx="2844800" cy="3651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0" latinLnBrk="0" hangingPunct="0">
              <a:spcBef>
                <a:spcPct val="20000"/>
              </a:spcBef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defTabSz="914400" rtl="0" eaLnBrk="0" latinLnBrk="0" hangingPunct="0">
              <a:spcBef>
                <a:spcPct val="20000"/>
              </a:spcBef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1143000" indent="-228600" algn="l" defTabSz="914400" rtl="0" eaLnBrk="0" latinLnBrk="0" hangingPunct="0">
              <a:spcBef>
                <a:spcPct val="20000"/>
              </a:spcBef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600200" indent="-228600" algn="l" defTabSz="914400" rtl="0" eaLnBrk="0" latinLnBrk="0" hangingPunct="0">
              <a:spcBef>
                <a:spcPct val="20000"/>
              </a:spcBef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2057400" indent="-228600" algn="l" defTabSz="914400" rtl="0" eaLnBrk="0" latinLnBrk="0" hangingPunct="0">
              <a:spcBef>
                <a:spcPct val="20000"/>
              </a:spcBef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79020D9E-AB57-4DBB-9E75-3401334FF1A9}" type="slidenum">
              <a:rPr lang="en-US" altLang="en-US" sz="2200" smtClean="0">
                <a:latin typeface="Tahoma" pitchFamily="34" charset="0"/>
              </a:rPr>
              <a:pPr>
                <a:spcBef>
                  <a:spcPct val="0"/>
                </a:spcBef>
                <a:buFontTx/>
                <a:buNone/>
                <a:defRPr/>
              </a:pPr>
              <a:t>38</a:t>
            </a:fld>
            <a:endParaRPr lang="en-US" altLang="en-US" sz="2200"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83244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1" name="Picture 4">
            <a:extLst>
              <a:ext uri="{FF2B5EF4-FFF2-40B4-BE49-F238E27FC236}">
                <a16:creationId xmlns:a16="http://schemas.microsoft.com/office/drawing/2014/main" id="{641EAC10-65BF-4F97-A1D0-C4CCB14766CA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591215"/>
            <a:ext cx="9144000" cy="1146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492" name="Picture 5">
            <a:extLst>
              <a:ext uri="{FF2B5EF4-FFF2-40B4-BE49-F238E27FC236}">
                <a16:creationId xmlns:a16="http://schemas.microsoft.com/office/drawing/2014/main" id="{B89156D0-73F2-4289-A687-64E957A194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8933" y="1865324"/>
            <a:ext cx="4111625" cy="49482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493" name="Picture 6">
            <a:extLst>
              <a:ext uri="{FF2B5EF4-FFF2-40B4-BE49-F238E27FC236}">
                <a16:creationId xmlns:a16="http://schemas.microsoft.com/office/drawing/2014/main" id="{5B772A5C-EE53-415E-95B1-CEFE778390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9089" y="1880379"/>
            <a:ext cx="4569851" cy="495150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494" name="TextBox 1">
            <a:extLst>
              <a:ext uri="{FF2B5EF4-FFF2-40B4-BE49-F238E27FC236}">
                <a16:creationId xmlns:a16="http://schemas.microsoft.com/office/drawing/2014/main" id="{B9D72A9B-8DA3-4784-8974-80FEF5CB98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" y="-100012"/>
            <a:ext cx="12191999" cy="647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IN" altLang="en-US" sz="36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11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8FA684D-A4AA-4B8E-BB3D-C40A9BB2D60E}"/>
              </a:ext>
            </a:extLst>
          </p:cNvPr>
          <p:cNvCxnSpPr>
            <a:cxnSpLocks/>
          </p:cNvCxnSpPr>
          <p:nvPr/>
        </p:nvCxnSpPr>
        <p:spPr>
          <a:xfrm flipV="1">
            <a:off x="0" y="543463"/>
            <a:ext cx="12192000" cy="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1"/>
          <p:cNvSpPr txBox="1">
            <a:spLocks/>
          </p:cNvSpPr>
          <p:nvPr/>
        </p:nvSpPr>
        <p:spPr bwMode="auto">
          <a:xfrm>
            <a:off x="9271600" y="6504843"/>
            <a:ext cx="2844800" cy="3651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0" latinLnBrk="0" hangingPunct="0">
              <a:spcBef>
                <a:spcPct val="20000"/>
              </a:spcBef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defTabSz="914400" rtl="0" eaLnBrk="0" latinLnBrk="0" hangingPunct="0">
              <a:spcBef>
                <a:spcPct val="20000"/>
              </a:spcBef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1143000" indent="-228600" algn="l" defTabSz="914400" rtl="0" eaLnBrk="0" latinLnBrk="0" hangingPunct="0">
              <a:spcBef>
                <a:spcPct val="20000"/>
              </a:spcBef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600200" indent="-228600" algn="l" defTabSz="914400" rtl="0" eaLnBrk="0" latinLnBrk="0" hangingPunct="0">
              <a:spcBef>
                <a:spcPct val="20000"/>
              </a:spcBef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2057400" indent="-228600" algn="l" defTabSz="914400" rtl="0" eaLnBrk="0" latinLnBrk="0" hangingPunct="0">
              <a:spcBef>
                <a:spcPct val="20000"/>
              </a:spcBef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79020D9E-AB57-4DBB-9E75-3401334FF1A9}" type="slidenum">
              <a:rPr lang="en-US" altLang="en-US" sz="2200" smtClean="0">
                <a:latin typeface="Tahoma" pitchFamily="34" charset="0"/>
              </a:rPr>
              <a:pPr>
                <a:spcBef>
                  <a:spcPct val="0"/>
                </a:spcBef>
                <a:buFontTx/>
                <a:buNone/>
                <a:defRPr/>
              </a:pPr>
              <a:t>39</a:t>
            </a:fld>
            <a:endParaRPr lang="en-US" altLang="en-US" sz="2200"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8888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15" name="Picture 4">
            <a:extLst>
              <a:ext uri="{FF2B5EF4-FFF2-40B4-BE49-F238E27FC236}">
                <a16:creationId xmlns:a16="http://schemas.microsoft.com/office/drawing/2014/main" id="{F17398B3-6643-407C-AF68-2EAD7787751A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5152" y="795678"/>
            <a:ext cx="8744905" cy="5945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16" name="TextBox 1">
            <a:extLst>
              <a:ext uri="{FF2B5EF4-FFF2-40B4-BE49-F238E27FC236}">
                <a16:creationId xmlns:a16="http://schemas.microsoft.com/office/drawing/2014/main" id="{EA1F3A8B-CEE1-438C-9385-B9BC552330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109" y="65916"/>
            <a:ext cx="12192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IN" altLang="en-US" sz="36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11 </a:t>
            </a:r>
            <a:r>
              <a:rPr lang="en-IN" altLang="en-US" sz="3600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(contd.)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F37E2D6-A435-443E-B670-C5B417388A57}"/>
              </a:ext>
            </a:extLst>
          </p:cNvPr>
          <p:cNvCxnSpPr>
            <a:cxnSpLocks/>
          </p:cNvCxnSpPr>
          <p:nvPr/>
        </p:nvCxnSpPr>
        <p:spPr>
          <a:xfrm flipV="1">
            <a:off x="0" y="712798"/>
            <a:ext cx="12192000" cy="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 txBox="1">
            <a:spLocks/>
          </p:cNvSpPr>
          <p:nvPr/>
        </p:nvSpPr>
        <p:spPr bwMode="auto">
          <a:xfrm>
            <a:off x="9271600" y="6504843"/>
            <a:ext cx="2844800" cy="3651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0" latinLnBrk="0" hangingPunct="0">
              <a:spcBef>
                <a:spcPct val="20000"/>
              </a:spcBef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defTabSz="914400" rtl="0" eaLnBrk="0" latinLnBrk="0" hangingPunct="0">
              <a:spcBef>
                <a:spcPct val="20000"/>
              </a:spcBef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1143000" indent="-228600" algn="l" defTabSz="914400" rtl="0" eaLnBrk="0" latinLnBrk="0" hangingPunct="0">
              <a:spcBef>
                <a:spcPct val="20000"/>
              </a:spcBef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600200" indent="-228600" algn="l" defTabSz="914400" rtl="0" eaLnBrk="0" latinLnBrk="0" hangingPunct="0">
              <a:spcBef>
                <a:spcPct val="20000"/>
              </a:spcBef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2057400" indent="-228600" algn="l" defTabSz="914400" rtl="0" eaLnBrk="0" latinLnBrk="0" hangingPunct="0">
              <a:spcBef>
                <a:spcPct val="20000"/>
              </a:spcBef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79020D9E-AB57-4DBB-9E75-3401334FF1A9}" type="slidenum">
              <a:rPr lang="en-US" altLang="en-US" sz="2200" smtClean="0">
                <a:latin typeface="Tahoma" pitchFamily="34" charset="0"/>
              </a:rPr>
              <a:pPr>
                <a:spcBef>
                  <a:spcPct val="0"/>
                </a:spcBef>
                <a:buFontTx/>
                <a:buNone/>
                <a:defRPr/>
              </a:pPr>
              <a:t>40</a:t>
            </a:fld>
            <a:endParaRPr lang="en-US" altLang="en-US" sz="2200"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254614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9" name="Picture 4">
            <a:extLst>
              <a:ext uri="{FF2B5EF4-FFF2-40B4-BE49-F238E27FC236}">
                <a16:creationId xmlns:a16="http://schemas.microsoft.com/office/drawing/2014/main" id="{2136B339-B9D5-4AAF-A763-E8CAB97DCE40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9991" y="812492"/>
            <a:ext cx="7669690" cy="302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540" name="Picture 5">
            <a:extLst>
              <a:ext uri="{FF2B5EF4-FFF2-40B4-BE49-F238E27FC236}">
                <a16:creationId xmlns:a16="http://schemas.microsoft.com/office/drawing/2014/main" id="{F70BEB6C-0500-4884-873B-65E4CC29C3A7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198" y="3900510"/>
            <a:ext cx="6701053" cy="288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541" name="TextBox 1">
            <a:extLst>
              <a:ext uri="{FF2B5EF4-FFF2-40B4-BE49-F238E27FC236}">
                <a16:creationId xmlns:a16="http://schemas.microsoft.com/office/drawing/2014/main" id="{0ECCA6EA-2BBF-4FDF-9147-3BBF6C05BD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940"/>
            <a:ext cx="121920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IN" altLang="en-US" sz="36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11 </a:t>
            </a:r>
            <a:r>
              <a:rPr lang="en-IN" altLang="en-US" sz="3600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(contd.)</a:t>
            </a:r>
          </a:p>
          <a:p>
            <a:pPr>
              <a:spcBef>
                <a:spcPct val="0"/>
              </a:spcBef>
              <a:buFontTx/>
              <a:buNone/>
            </a:pPr>
            <a:endParaRPr lang="en-IN" altLang="en-US" sz="1800">
              <a:solidFill>
                <a:prstClr val="black"/>
              </a:solidFill>
              <a:latin typeface="Tahoma" panose="020B060403050404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D12B537-DB26-49A9-8CCE-1E9CD617B1B6}"/>
              </a:ext>
            </a:extLst>
          </p:cNvPr>
          <p:cNvCxnSpPr>
            <a:cxnSpLocks/>
          </p:cNvCxnSpPr>
          <p:nvPr/>
        </p:nvCxnSpPr>
        <p:spPr>
          <a:xfrm flipV="1">
            <a:off x="0" y="712798"/>
            <a:ext cx="12192000" cy="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 txBox="1">
            <a:spLocks/>
          </p:cNvSpPr>
          <p:nvPr/>
        </p:nvSpPr>
        <p:spPr bwMode="auto">
          <a:xfrm>
            <a:off x="9271600" y="6504843"/>
            <a:ext cx="2844800" cy="3651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0" latinLnBrk="0" hangingPunct="0">
              <a:spcBef>
                <a:spcPct val="20000"/>
              </a:spcBef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defTabSz="914400" rtl="0" eaLnBrk="0" latinLnBrk="0" hangingPunct="0">
              <a:spcBef>
                <a:spcPct val="20000"/>
              </a:spcBef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1143000" indent="-228600" algn="l" defTabSz="914400" rtl="0" eaLnBrk="0" latinLnBrk="0" hangingPunct="0">
              <a:spcBef>
                <a:spcPct val="20000"/>
              </a:spcBef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600200" indent="-228600" algn="l" defTabSz="914400" rtl="0" eaLnBrk="0" latinLnBrk="0" hangingPunct="0">
              <a:spcBef>
                <a:spcPct val="20000"/>
              </a:spcBef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2057400" indent="-228600" algn="l" defTabSz="914400" rtl="0" eaLnBrk="0" latinLnBrk="0" hangingPunct="0">
              <a:spcBef>
                <a:spcPct val="20000"/>
              </a:spcBef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79020D9E-AB57-4DBB-9E75-3401334FF1A9}" type="slidenum">
              <a:rPr lang="en-US" altLang="en-US" sz="2200" smtClean="0">
                <a:latin typeface="Tahoma" pitchFamily="34" charset="0"/>
              </a:rPr>
              <a:pPr>
                <a:spcBef>
                  <a:spcPct val="0"/>
                </a:spcBef>
                <a:buFontTx/>
                <a:buNone/>
                <a:defRPr/>
              </a:pPr>
              <a:t>41</a:t>
            </a:fld>
            <a:endParaRPr lang="en-US" altLang="en-US" sz="2200"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11791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3" name="Picture 4">
            <a:extLst>
              <a:ext uri="{FF2B5EF4-FFF2-40B4-BE49-F238E27FC236}">
                <a16:creationId xmlns:a16="http://schemas.microsoft.com/office/drawing/2014/main" id="{A5145DA1-3F93-49C7-8BB4-EC6190455D86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1943" y="827099"/>
            <a:ext cx="9136063" cy="1233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564" name="Picture 5">
            <a:extLst>
              <a:ext uri="{FF2B5EF4-FFF2-40B4-BE49-F238E27FC236}">
                <a16:creationId xmlns:a16="http://schemas.microsoft.com/office/drawing/2014/main" id="{3B0A14AD-B855-414A-897F-31F767A9CC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716" y="2285731"/>
            <a:ext cx="3554413" cy="19970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6565" name="Picture 6">
            <a:extLst>
              <a:ext uri="{FF2B5EF4-FFF2-40B4-BE49-F238E27FC236}">
                <a16:creationId xmlns:a16="http://schemas.microsoft.com/office/drawing/2014/main" id="{274F15A9-31FE-40D4-B365-07F2CE71E4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446" y="2288615"/>
            <a:ext cx="4311837" cy="40576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566" name="TextBox 1">
            <a:extLst>
              <a:ext uri="{FF2B5EF4-FFF2-40B4-BE49-F238E27FC236}">
                <a16:creationId xmlns:a16="http://schemas.microsoft.com/office/drawing/2014/main" id="{7DE9C673-A3AE-47A2-96BF-A1501EC82E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" y="11"/>
            <a:ext cx="12191999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IN" altLang="en-US" sz="36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12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AF97B2C-1A56-4896-BE42-7BE364CEEEB4}"/>
              </a:ext>
            </a:extLst>
          </p:cNvPr>
          <p:cNvCxnSpPr>
            <a:cxnSpLocks/>
          </p:cNvCxnSpPr>
          <p:nvPr/>
        </p:nvCxnSpPr>
        <p:spPr>
          <a:xfrm flipV="1">
            <a:off x="27542" y="712798"/>
            <a:ext cx="12192000" cy="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1"/>
          <p:cNvSpPr txBox="1">
            <a:spLocks/>
          </p:cNvSpPr>
          <p:nvPr/>
        </p:nvSpPr>
        <p:spPr bwMode="auto">
          <a:xfrm>
            <a:off x="9271600" y="6504843"/>
            <a:ext cx="2844800" cy="3651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0" latinLnBrk="0" hangingPunct="0">
              <a:spcBef>
                <a:spcPct val="20000"/>
              </a:spcBef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defTabSz="914400" rtl="0" eaLnBrk="0" latinLnBrk="0" hangingPunct="0">
              <a:spcBef>
                <a:spcPct val="20000"/>
              </a:spcBef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1143000" indent="-228600" algn="l" defTabSz="914400" rtl="0" eaLnBrk="0" latinLnBrk="0" hangingPunct="0">
              <a:spcBef>
                <a:spcPct val="20000"/>
              </a:spcBef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600200" indent="-228600" algn="l" defTabSz="914400" rtl="0" eaLnBrk="0" latinLnBrk="0" hangingPunct="0">
              <a:spcBef>
                <a:spcPct val="20000"/>
              </a:spcBef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2057400" indent="-228600" algn="l" defTabSz="914400" rtl="0" eaLnBrk="0" latinLnBrk="0" hangingPunct="0">
              <a:spcBef>
                <a:spcPct val="20000"/>
              </a:spcBef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79020D9E-AB57-4DBB-9E75-3401334FF1A9}" type="slidenum">
              <a:rPr lang="en-US" altLang="en-US" sz="2200" smtClean="0">
                <a:latin typeface="Tahoma" pitchFamily="34" charset="0"/>
              </a:rPr>
              <a:pPr>
                <a:spcBef>
                  <a:spcPct val="0"/>
                </a:spcBef>
                <a:buFontTx/>
                <a:buNone/>
                <a:defRPr/>
              </a:pPr>
              <a:t>42</a:t>
            </a:fld>
            <a:endParaRPr lang="en-US" altLang="en-US" sz="2200"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85200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87" name="Picture 4">
            <a:extLst>
              <a:ext uri="{FF2B5EF4-FFF2-40B4-BE49-F238E27FC236}">
                <a16:creationId xmlns:a16="http://schemas.microsoft.com/office/drawing/2014/main" id="{A20F4A19-2B94-4A6A-9349-35AB169E7DB3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808383"/>
            <a:ext cx="9144000" cy="5468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588" name="TextBox 1">
            <a:extLst>
              <a:ext uri="{FF2B5EF4-FFF2-40B4-BE49-F238E27FC236}">
                <a16:creationId xmlns:a16="http://schemas.microsoft.com/office/drawing/2014/main" id="{79856DE4-441B-4E09-89A0-882B1DB4DF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938"/>
            <a:ext cx="12192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IN" altLang="en-US" sz="36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12 </a:t>
            </a:r>
            <a:r>
              <a:rPr lang="en-IN" altLang="en-US" sz="3600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(contd.)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27678C6-212D-443C-A078-5C53627C67A3}"/>
              </a:ext>
            </a:extLst>
          </p:cNvPr>
          <p:cNvCxnSpPr>
            <a:cxnSpLocks/>
          </p:cNvCxnSpPr>
          <p:nvPr/>
        </p:nvCxnSpPr>
        <p:spPr>
          <a:xfrm flipV="1">
            <a:off x="0" y="690220"/>
            <a:ext cx="12192000" cy="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 txBox="1">
            <a:spLocks/>
          </p:cNvSpPr>
          <p:nvPr/>
        </p:nvSpPr>
        <p:spPr bwMode="auto">
          <a:xfrm>
            <a:off x="9271600" y="6504843"/>
            <a:ext cx="2844800" cy="3651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0" latinLnBrk="0" hangingPunct="0">
              <a:spcBef>
                <a:spcPct val="20000"/>
              </a:spcBef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defTabSz="914400" rtl="0" eaLnBrk="0" latinLnBrk="0" hangingPunct="0">
              <a:spcBef>
                <a:spcPct val="20000"/>
              </a:spcBef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1143000" indent="-228600" algn="l" defTabSz="914400" rtl="0" eaLnBrk="0" latinLnBrk="0" hangingPunct="0">
              <a:spcBef>
                <a:spcPct val="20000"/>
              </a:spcBef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600200" indent="-228600" algn="l" defTabSz="914400" rtl="0" eaLnBrk="0" latinLnBrk="0" hangingPunct="0">
              <a:spcBef>
                <a:spcPct val="20000"/>
              </a:spcBef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2057400" indent="-228600" algn="l" defTabSz="914400" rtl="0" eaLnBrk="0" latinLnBrk="0" hangingPunct="0">
              <a:spcBef>
                <a:spcPct val="20000"/>
              </a:spcBef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79020D9E-AB57-4DBB-9E75-3401334FF1A9}" type="slidenum">
              <a:rPr lang="en-US" altLang="en-US" sz="2200" smtClean="0">
                <a:latin typeface="Tahoma" pitchFamily="34" charset="0"/>
              </a:rPr>
              <a:pPr>
                <a:spcBef>
                  <a:spcPct val="0"/>
                </a:spcBef>
                <a:buFontTx/>
                <a:buNone/>
                <a:defRPr/>
              </a:pPr>
              <a:t>43</a:t>
            </a:fld>
            <a:endParaRPr lang="en-US" altLang="en-US" sz="2200"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579312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11" name="Picture 4">
            <a:extLst>
              <a:ext uri="{FF2B5EF4-FFF2-40B4-BE49-F238E27FC236}">
                <a16:creationId xmlns:a16="http://schemas.microsoft.com/office/drawing/2014/main" id="{8BEBB48D-C6F5-4696-9B81-9084D90D1EAA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3391" y="836619"/>
            <a:ext cx="8577933" cy="5850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612" name="TextBox 1">
            <a:extLst>
              <a:ext uri="{FF2B5EF4-FFF2-40B4-BE49-F238E27FC236}">
                <a16:creationId xmlns:a16="http://schemas.microsoft.com/office/drawing/2014/main" id="{312C6EE7-4B21-4CF0-A742-1DE0496816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938"/>
            <a:ext cx="12192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IN" altLang="en-US" sz="36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12 </a:t>
            </a:r>
            <a:r>
              <a:rPr lang="en-IN" altLang="en-US" sz="3600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(contd.)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7D03C0C-275E-42D0-822C-97F7F0959217}"/>
              </a:ext>
            </a:extLst>
          </p:cNvPr>
          <p:cNvCxnSpPr>
            <a:cxnSpLocks/>
          </p:cNvCxnSpPr>
          <p:nvPr/>
        </p:nvCxnSpPr>
        <p:spPr>
          <a:xfrm flipV="1">
            <a:off x="0" y="701509"/>
            <a:ext cx="12192000" cy="1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 txBox="1">
            <a:spLocks/>
          </p:cNvSpPr>
          <p:nvPr/>
        </p:nvSpPr>
        <p:spPr bwMode="auto">
          <a:xfrm>
            <a:off x="9271600" y="6504843"/>
            <a:ext cx="2844800" cy="3651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0" latinLnBrk="0" hangingPunct="0">
              <a:spcBef>
                <a:spcPct val="20000"/>
              </a:spcBef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defTabSz="914400" rtl="0" eaLnBrk="0" latinLnBrk="0" hangingPunct="0">
              <a:spcBef>
                <a:spcPct val="20000"/>
              </a:spcBef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1143000" indent="-228600" algn="l" defTabSz="914400" rtl="0" eaLnBrk="0" latinLnBrk="0" hangingPunct="0">
              <a:spcBef>
                <a:spcPct val="20000"/>
              </a:spcBef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600200" indent="-228600" algn="l" defTabSz="914400" rtl="0" eaLnBrk="0" latinLnBrk="0" hangingPunct="0">
              <a:spcBef>
                <a:spcPct val="20000"/>
              </a:spcBef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2057400" indent="-228600" algn="l" defTabSz="914400" rtl="0" eaLnBrk="0" latinLnBrk="0" hangingPunct="0">
              <a:spcBef>
                <a:spcPct val="20000"/>
              </a:spcBef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79020D9E-AB57-4DBB-9E75-3401334FF1A9}" type="slidenum">
              <a:rPr lang="en-US" altLang="en-US" sz="2200" smtClean="0">
                <a:latin typeface="Tahoma" pitchFamily="34" charset="0"/>
              </a:rPr>
              <a:pPr>
                <a:spcBef>
                  <a:spcPct val="0"/>
                </a:spcBef>
                <a:buFontTx/>
                <a:buNone/>
                <a:defRPr/>
              </a:pPr>
              <a:t>44</a:t>
            </a:fld>
            <a:endParaRPr lang="en-US" altLang="en-US" sz="2200"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304586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99296" y="2415654"/>
            <a:ext cx="256672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b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26574796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Number Placeholder 3">
            <a:extLst>
              <a:ext uri="{FF2B5EF4-FFF2-40B4-BE49-F238E27FC236}">
                <a16:creationId xmlns:a16="http://schemas.microsoft.com/office/drawing/2014/main" id="{3C038E89-75A8-4AF9-8B4E-05DE8A78D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7D5D53F-1996-4977-A5CC-EC2E20478CF7}" type="slidenum">
              <a:rPr lang="en-US" altLang="en-US" sz="1200">
                <a:solidFill>
                  <a:srgbClr val="898989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FontTx/>
                <a:buNone/>
              </a:pPr>
              <a:t>46</a:t>
            </a:fld>
            <a:endParaRPr lang="en-US" altLang="en-US" sz="1200">
              <a:solidFill>
                <a:srgbClr val="898989"/>
              </a:solidFill>
              <a:latin typeface="Tahoma" panose="020B0604030504040204" pitchFamily="34" charset="0"/>
            </a:endParaRPr>
          </a:p>
        </p:txBody>
      </p:sp>
      <p:pic>
        <p:nvPicPr>
          <p:cNvPr id="46083" name="Picture 4">
            <a:extLst>
              <a:ext uri="{FF2B5EF4-FFF2-40B4-BE49-F238E27FC236}">
                <a16:creationId xmlns:a16="http://schemas.microsoft.com/office/drawing/2014/main" id="{4F3FFA9E-CA62-4CC0-B1A5-9593A6ECD1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0506" y="814336"/>
            <a:ext cx="8918575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84" name="Picture 5">
            <a:extLst>
              <a:ext uri="{FF2B5EF4-FFF2-40B4-BE49-F238E27FC236}">
                <a16:creationId xmlns:a16="http://schemas.microsoft.com/office/drawing/2014/main" id="{FAF12034-E715-4388-901F-A4D4D5BB94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2457" y="3095023"/>
            <a:ext cx="5430839" cy="32559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086" name="TextBox 2">
            <a:extLst>
              <a:ext uri="{FF2B5EF4-FFF2-40B4-BE49-F238E27FC236}">
                <a16:creationId xmlns:a16="http://schemas.microsoft.com/office/drawing/2014/main" id="{24AF7C0B-9D8F-4166-B113-B9506176C8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938"/>
            <a:ext cx="12192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IN" altLang="en-US" sz="36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7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3A4D026-56D7-4FFA-A0C1-C2391917F758}"/>
              </a:ext>
            </a:extLst>
          </p:cNvPr>
          <p:cNvCxnSpPr>
            <a:cxnSpLocks/>
          </p:cNvCxnSpPr>
          <p:nvPr/>
        </p:nvCxnSpPr>
        <p:spPr>
          <a:xfrm>
            <a:off x="0" y="621090"/>
            <a:ext cx="12192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322432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Number Placeholder 3">
            <a:extLst>
              <a:ext uri="{FF2B5EF4-FFF2-40B4-BE49-F238E27FC236}">
                <a16:creationId xmlns:a16="http://schemas.microsoft.com/office/drawing/2014/main" id="{2EF4C366-055A-42C6-A820-F34C70B7B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A80D7BE-04E3-4DDE-AE48-D25DC333DC33}" type="slidenum">
              <a:rPr lang="en-US" altLang="en-US" sz="1200">
                <a:solidFill>
                  <a:srgbClr val="898989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FontTx/>
                <a:buNone/>
              </a:pPr>
              <a:t>47</a:t>
            </a:fld>
            <a:endParaRPr lang="en-US" altLang="en-US" sz="1200">
              <a:solidFill>
                <a:srgbClr val="898989"/>
              </a:solidFill>
              <a:latin typeface="Tahoma" panose="020B0604030504040204" pitchFamily="34" charset="0"/>
            </a:endParaRPr>
          </a:p>
        </p:txBody>
      </p:sp>
      <p:pic>
        <p:nvPicPr>
          <p:cNvPr id="47107" name="Picture 4">
            <a:extLst>
              <a:ext uri="{FF2B5EF4-FFF2-40B4-BE49-F238E27FC236}">
                <a16:creationId xmlns:a16="http://schemas.microsoft.com/office/drawing/2014/main" id="{EBB2ED1D-EFE2-41FC-8443-9910DC5A6B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952" y="857250"/>
            <a:ext cx="8939213" cy="520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08" name="TextBox 1">
            <a:extLst>
              <a:ext uri="{FF2B5EF4-FFF2-40B4-BE49-F238E27FC236}">
                <a16:creationId xmlns:a16="http://schemas.microsoft.com/office/drawing/2014/main" id="{7A750825-8140-4558-997B-FD4276FD66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1114"/>
            <a:ext cx="12192000" cy="92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IN" altLang="en-US" sz="36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7 </a:t>
            </a:r>
            <a:r>
              <a:rPr lang="en-IN" altLang="en-US" sz="3600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(contd.)</a:t>
            </a:r>
          </a:p>
          <a:p>
            <a:pPr>
              <a:spcBef>
                <a:spcPct val="0"/>
              </a:spcBef>
              <a:buFontTx/>
              <a:buNone/>
            </a:pPr>
            <a:endParaRPr lang="en-IN" altLang="en-US" sz="1800">
              <a:latin typeface="Tahoma" panose="020B060403050404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B365D3-CAB0-4D25-A2A2-17D7FC638439}"/>
              </a:ext>
            </a:extLst>
          </p:cNvPr>
          <p:cNvCxnSpPr>
            <a:cxnSpLocks/>
          </p:cNvCxnSpPr>
          <p:nvPr/>
        </p:nvCxnSpPr>
        <p:spPr>
          <a:xfrm>
            <a:off x="0" y="689330"/>
            <a:ext cx="12192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0933" y="6174349"/>
            <a:ext cx="12151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>
                <a:solidFill>
                  <a:srgbClr val="0000FF"/>
                </a:solidFill>
              </a:rPr>
              <a:t>Note: </a:t>
            </a:r>
            <a:r>
              <a:rPr lang="en-US"/>
              <a:t>As though the spring is compressed but the direction of force and movement are opposite to each other that’s why </a:t>
            </a:r>
          </a:p>
          <a:p>
            <a:r>
              <a:rPr lang="en-US"/>
              <a:t>the potential energy in the spring is (-)</a:t>
            </a:r>
            <a:r>
              <a:rPr lang="en-US" err="1"/>
              <a:t>ve</a:t>
            </a:r>
            <a:r>
              <a:rPr lang="en-US"/>
              <a:t>. But the potential energy for virtual work is (+) </a:t>
            </a:r>
            <a:r>
              <a:rPr lang="en-US" err="1"/>
              <a:t>ve</a:t>
            </a:r>
            <a:r>
              <a:rPr lang="en-US"/>
              <a:t>. Here spring base is moving not front.</a:t>
            </a:r>
          </a:p>
        </p:txBody>
      </p:sp>
    </p:spTree>
    <p:extLst>
      <p:ext uri="{BB962C8B-B14F-4D97-AF65-F5344CB8AC3E}">
        <p14:creationId xmlns:p14="http://schemas.microsoft.com/office/powerpoint/2010/main" val="334048095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Number Placeholder 3">
            <a:extLst>
              <a:ext uri="{FF2B5EF4-FFF2-40B4-BE49-F238E27FC236}">
                <a16:creationId xmlns:a16="http://schemas.microsoft.com/office/drawing/2014/main" id="{7D3D1941-9FDB-4AF5-AD39-D8F593635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69DEA98-475E-4DA3-8FB9-51B3E6F01752}" type="slidenum">
              <a:rPr lang="en-US" altLang="en-US" sz="1200">
                <a:solidFill>
                  <a:srgbClr val="898989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FontTx/>
                <a:buNone/>
              </a:pPr>
              <a:t>48</a:t>
            </a:fld>
            <a:endParaRPr lang="en-US" altLang="en-US" sz="1200">
              <a:solidFill>
                <a:srgbClr val="898989"/>
              </a:solidFill>
              <a:latin typeface="Tahoma" panose="020B0604030504040204" pitchFamily="34" charset="0"/>
            </a:endParaRPr>
          </a:p>
        </p:txBody>
      </p:sp>
      <p:pic>
        <p:nvPicPr>
          <p:cNvPr id="48131" name="Picture 4">
            <a:extLst>
              <a:ext uri="{FF2B5EF4-FFF2-40B4-BE49-F238E27FC236}">
                <a16:creationId xmlns:a16="http://schemas.microsoft.com/office/drawing/2014/main" id="{1FEDFACB-14B7-4F96-8B6E-205024505F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6875" y="873136"/>
            <a:ext cx="8866188" cy="388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3" name="TextBox 2">
            <a:extLst>
              <a:ext uri="{FF2B5EF4-FFF2-40B4-BE49-F238E27FC236}">
                <a16:creationId xmlns:a16="http://schemas.microsoft.com/office/drawing/2014/main" id="{CAA13884-89FE-48BE-9687-1E351FE6FE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938"/>
            <a:ext cx="12192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IN" altLang="en-US" sz="36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7</a:t>
            </a:r>
            <a:r>
              <a:rPr lang="en-IN" altLang="en-US" sz="3600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(contd.)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8552CAE-8227-4D10-BEF8-89DB95787406}"/>
              </a:ext>
            </a:extLst>
          </p:cNvPr>
          <p:cNvCxnSpPr>
            <a:cxnSpLocks/>
          </p:cNvCxnSpPr>
          <p:nvPr/>
        </p:nvCxnSpPr>
        <p:spPr>
          <a:xfrm>
            <a:off x="0" y="675682"/>
            <a:ext cx="12192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778955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Number Placeholder 3">
            <a:extLst>
              <a:ext uri="{FF2B5EF4-FFF2-40B4-BE49-F238E27FC236}">
                <a16:creationId xmlns:a16="http://schemas.microsoft.com/office/drawing/2014/main" id="{EDA957FE-6434-486B-B179-6FDE50619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FD45EFD-5411-45F8-868B-C11497437772}" type="slidenum">
              <a:rPr lang="en-US" altLang="en-US" sz="1200">
                <a:solidFill>
                  <a:srgbClr val="898989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FontTx/>
                <a:buNone/>
              </a:pPr>
              <a:t>49</a:t>
            </a:fld>
            <a:endParaRPr lang="en-US" altLang="en-US" sz="1200">
              <a:solidFill>
                <a:srgbClr val="898989"/>
              </a:solidFill>
              <a:latin typeface="Tahoma" panose="020B0604030504040204" pitchFamily="34" charset="0"/>
            </a:endParaRPr>
          </a:p>
        </p:txBody>
      </p:sp>
      <p:pic>
        <p:nvPicPr>
          <p:cNvPr id="53251" name="Picture 4">
            <a:extLst>
              <a:ext uri="{FF2B5EF4-FFF2-40B4-BE49-F238E27FC236}">
                <a16:creationId xmlns:a16="http://schemas.microsoft.com/office/drawing/2014/main" id="{F5F23CB4-92B6-4ACD-87F6-BA7B5FECE8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4706" y="1177274"/>
            <a:ext cx="9144000" cy="194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2" name="TextBox 1">
            <a:extLst>
              <a:ext uri="{FF2B5EF4-FFF2-40B4-BE49-F238E27FC236}">
                <a16:creationId xmlns:a16="http://schemas.microsoft.com/office/drawing/2014/main" id="{0D20E2B9-9492-4CF2-A93A-EE27ECF56C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940"/>
            <a:ext cx="121920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IN" altLang="en-US" sz="36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Assignments</a:t>
            </a:r>
          </a:p>
          <a:p>
            <a:pPr>
              <a:spcBef>
                <a:spcPct val="0"/>
              </a:spcBef>
              <a:buFontTx/>
              <a:buNone/>
            </a:pPr>
            <a:endParaRPr lang="en-IN" altLang="en-US" sz="1800">
              <a:latin typeface="Tahoma" panose="020B060403050404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C86CCB9-71C5-40B8-8EA9-7314E1AC00A8}"/>
              </a:ext>
            </a:extLst>
          </p:cNvPr>
          <p:cNvCxnSpPr>
            <a:cxnSpLocks/>
          </p:cNvCxnSpPr>
          <p:nvPr/>
        </p:nvCxnSpPr>
        <p:spPr>
          <a:xfrm>
            <a:off x="0" y="716626"/>
            <a:ext cx="12192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Number Placeholder 3">
            <a:extLst>
              <a:ext uri="{FF2B5EF4-FFF2-40B4-BE49-F238E27FC236}">
                <a16:creationId xmlns:a16="http://schemas.microsoft.com/office/drawing/2014/main" id="{383FE865-B51B-4DD4-B723-C2545722C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49B738F-C10C-46D9-93AB-059B564F19FD}" type="slidenum">
              <a:rPr lang="en-US" altLang="en-US" sz="1200">
                <a:solidFill>
                  <a:srgbClr val="898989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FontTx/>
                <a:buNone/>
              </a:pPr>
              <a:t>50</a:t>
            </a:fld>
            <a:endParaRPr lang="en-US" altLang="en-US" sz="1200">
              <a:solidFill>
                <a:srgbClr val="898989"/>
              </a:solidFill>
              <a:latin typeface="Tahoma" panose="020B0604030504040204" pitchFamily="34" charset="0"/>
            </a:endParaRPr>
          </a:p>
        </p:txBody>
      </p:sp>
      <p:pic>
        <p:nvPicPr>
          <p:cNvPr id="54276" name="Picture 5">
            <a:extLst>
              <a:ext uri="{FF2B5EF4-FFF2-40B4-BE49-F238E27FC236}">
                <a16:creationId xmlns:a16="http://schemas.microsoft.com/office/drawing/2014/main" id="{C6ECB1D6-B1A3-4EF8-9DF9-02497B0F70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2647" y="1347052"/>
            <a:ext cx="3103563" cy="37607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Number Placeholder 3">
            <a:extLst>
              <a:ext uri="{FF2B5EF4-FFF2-40B4-BE49-F238E27FC236}">
                <a16:creationId xmlns:a16="http://schemas.microsoft.com/office/drawing/2014/main" id="{A1E56678-A777-491D-A22F-AE9E240D5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B503324-C94F-4C6E-A0E5-F3186DA348DE}" type="slidenum">
              <a:rPr lang="en-US" altLang="en-US" sz="1200">
                <a:solidFill>
                  <a:srgbClr val="898989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FontTx/>
                <a:buNone/>
              </a:pPr>
              <a:t>51</a:t>
            </a:fld>
            <a:endParaRPr lang="en-US" altLang="en-US" sz="1200">
              <a:solidFill>
                <a:srgbClr val="898989"/>
              </a:solidFill>
              <a:latin typeface="Tahoma" panose="020B0604030504040204" pitchFamily="34" charset="0"/>
            </a:endParaRPr>
          </a:p>
        </p:txBody>
      </p:sp>
      <p:pic>
        <p:nvPicPr>
          <p:cNvPr id="55299" name="Picture 4">
            <a:extLst>
              <a:ext uri="{FF2B5EF4-FFF2-40B4-BE49-F238E27FC236}">
                <a16:creationId xmlns:a16="http://schemas.microsoft.com/office/drawing/2014/main" id="{D0BBCC28-3A25-477C-946C-05BE666331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7549" y="115899"/>
            <a:ext cx="8223251" cy="190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300" name="Picture 5">
            <a:extLst>
              <a:ext uri="{FF2B5EF4-FFF2-40B4-BE49-F238E27FC236}">
                <a16:creationId xmlns:a16="http://schemas.microsoft.com/office/drawing/2014/main" id="{546B4B03-3408-4127-B2E0-09F8F07ABD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178" y="1905000"/>
            <a:ext cx="8070851" cy="41465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005294B6-24FB-FAE9-1D26-0E50E119DB3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851525" y="3184525"/>
            <a:ext cx="487363" cy="4873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960"/>
    </mc:Choice>
    <mc:Fallback>
      <p:transition spd="slow" advTm="49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6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220b486-e26e-4665-a23e-cc90ebc7badc">
      <UserInfo>
        <DisplayName>SHRUTEE PRAKASH DALAI</DisplayName>
        <AccountId>559</AccountId>
        <AccountType/>
      </UserInfo>
    </SharedWithUser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6DE4740FBA514B9350F280D0A5F3F0" ma:contentTypeVersion="10" ma:contentTypeDescription="Create a new document." ma:contentTypeScope="" ma:versionID="72edefa311e9d8f069b4ea59d85b93e3">
  <xsd:schema xmlns:xsd="http://www.w3.org/2001/XMLSchema" xmlns:xs="http://www.w3.org/2001/XMLSchema" xmlns:p="http://schemas.microsoft.com/office/2006/metadata/properties" xmlns:ns2="9e6e73de-c080-4528-9fc4-cd20a517ee84" xmlns:ns3="7220b486-e26e-4665-a23e-cc90ebc7badc" targetNamespace="http://schemas.microsoft.com/office/2006/metadata/properties" ma:root="true" ma:fieldsID="5d0b3d63c298b49dacc52ad42556d032" ns2:_="" ns3:_="">
    <xsd:import namespace="9e6e73de-c080-4528-9fc4-cd20a517ee84"/>
    <xsd:import namespace="7220b486-e26e-4665-a23e-cc90ebc7bad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6e73de-c080-4528-9fc4-cd20a517ee8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20b486-e26e-4665-a23e-cc90ebc7badc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9C2EAFC-6607-4248-BA54-E6ECCE56D179}">
  <ds:schemaRefs>
    <ds:schemaRef ds:uri="7220b486-e26e-4665-a23e-cc90ebc7badc"/>
    <ds:schemaRef ds:uri="9e6e73de-c080-4528-9fc4-cd20a517ee8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BBDD495-92C3-4F4B-9D35-9BEAF323E808}">
  <ds:schemaRefs>
    <ds:schemaRef ds:uri="7220b486-e26e-4665-a23e-cc90ebc7badc"/>
    <ds:schemaRef ds:uri="9e6e73de-c080-4528-9fc4-cd20a517ee8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53EF3A0-6E96-45A8-9B3D-C0EC9E90958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51</Slides>
  <Notes>1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51</vt:i4>
      </vt:variant>
    </vt:vector>
  </HeadingPairs>
  <TitlesOfParts>
    <vt:vector size="53" baseType="lpstr"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Problem 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Problem on Potential Energy &amp; Equilibrium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Sample Problem 9</vt:lpstr>
      <vt:lpstr>Problem 9 (contd.) </vt:lpstr>
      <vt:lpstr>Problem 9 (contd.)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bhattacharjee.renuka97@outlook.com</dc:creator>
  <cp:revision>1</cp:revision>
  <dcterms:created xsi:type="dcterms:W3CDTF">2019-01-04T02:15:30Z</dcterms:created>
  <dcterms:modified xsi:type="dcterms:W3CDTF">2024-02-22T17:59:05Z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0x010100CAADB9055510F84683EAA31462172464</vt:lpwstr>
  </property>
</Properties>
</file>