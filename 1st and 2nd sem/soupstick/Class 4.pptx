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7" r:id="rId5"/>
    <p:sldId id="256" r:id="rId6"/>
    <p:sldId id="257" r:id="rId7"/>
    <p:sldId id="258" r:id="rId8"/>
    <p:sldId id="259" r:id="rId9"/>
    <p:sldId id="260" r:id="rId10"/>
    <p:sldId id="261" r:id="rId11"/>
    <p:sldId id="262" r:id="rId12"/>
    <p:sldId id="263" r:id="rId13"/>
    <p:sldId id="266" r:id="rId14"/>
    <p:sldId id="264"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ITG" initials="I" lastIdx="1" clrIdx="0">
    <p:extLst>
      <p:ext uri="{19B8F6BF-5375-455C-9EA6-DF929625EA0E}">
        <p15:presenceInfo xmlns:p15="http://schemas.microsoft.com/office/powerpoint/2012/main" userId="IITG" providerId="None"/>
      </p:ext>
    </p:extLst>
  </p:cmAuthor>
  <p:cmAuthor id="2" name="Souptick Chanda" initials="SC" lastIdx="1" clrIdx="1">
    <p:extLst>
      <p:ext uri="{19B8F6BF-5375-455C-9EA6-DF929625EA0E}">
        <p15:presenceInfo xmlns:p15="http://schemas.microsoft.com/office/powerpoint/2012/main" userId="Souptick Chand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467D90-8169-468F-8B63-6264C424CCD7}" v="2" dt="2024-04-23T18:18:43.390"/>
    <p1510:client id="{21C7235E-4CCD-EDA3-BF3D-CF4738C6714B}" v="4" dt="2024-04-23T09:29:55.403"/>
    <p1510:client id="{2B3D2322-1405-1CBA-E472-E0529E52A7BE}" v="5" dt="2024-04-22T16:43:28.920"/>
    <p1510:client id="{3977AE24-F290-4061-9B04-B7A155FD7F63}" v="39" dt="2024-04-23T10:13:43.272"/>
    <p1510:client id="{492BFF8F-4D8D-4586-AE93-D351FFE36F73}" v="3" dt="2024-04-24T11:02:32.482"/>
    <p1510:client id="{838EB294-181D-BD4B-5229-135ECFE9F636}" v="1" dt="2024-04-23T09:19:32.038"/>
    <p1510:client id="{90FC373B-588E-5119-9FCB-60327692AD5C}" v="1" dt="2024-04-22T21:33:23.276"/>
    <p1510:client id="{AA6885E2-2A99-0082-584F-3CDFEDEB0845}" v="8" dt="2024-04-24T04:28:37.713"/>
    <p1510:client id="{BB107DF9-7817-1913-9403-CB8E2DAA60B2}" v="15" dt="2024-04-24T13:05:21.777"/>
    <p1510:client id="{BC9E41C0-6D79-C561-0B6E-4D1136DDD959}" v="2" dt="2024-04-24T01:11:20.0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KYA KOUSHIK KRISHNA RATHOD" userId="S::b.rathod@iitg.ac.in::aeca8632-4bcc-482f-bee9-3ddf53b95bc0" providerId="AD" clId="Web-{3977AE24-F290-4061-9B04-B7A155FD7F63}"/>
    <pc:docChg chg="modSld">
      <pc:chgData name="BHUKYA KOUSHIK KRISHNA RATHOD" userId="S::b.rathod@iitg.ac.in::aeca8632-4bcc-482f-bee9-3ddf53b95bc0" providerId="AD" clId="Web-{3977AE24-F290-4061-9B04-B7A155FD7F63}" dt="2024-04-23T10:13:43.272" v="38" actId="1076"/>
      <pc:docMkLst>
        <pc:docMk/>
      </pc:docMkLst>
      <pc:sldChg chg="modSp">
        <pc:chgData name="BHUKYA KOUSHIK KRISHNA RATHOD" userId="S::b.rathod@iitg.ac.in::aeca8632-4bcc-482f-bee9-3ddf53b95bc0" providerId="AD" clId="Web-{3977AE24-F290-4061-9B04-B7A155FD7F63}" dt="2024-04-23T10:07:43.565" v="2" actId="1076"/>
        <pc:sldMkLst>
          <pc:docMk/>
          <pc:sldMk cId="1412442950" sldId="258"/>
        </pc:sldMkLst>
        <pc:spChg chg="mod">
          <ac:chgData name="BHUKYA KOUSHIK KRISHNA RATHOD" userId="S::b.rathod@iitg.ac.in::aeca8632-4bcc-482f-bee9-3ddf53b95bc0" providerId="AD" clId="Web-{3977AE24-F290-4061-9B04-B7A155FD7F63}" dt="2024-04-23T10:07:11.049" v="0" actId="14100"/>
          <ac:spMkLst>
            <pc:docMk/>
            <pc:sldMk cId="1412442950" sldId="258"/>
            <ac:spMk id="5" creationId="{00000000-0000-0000-0000-000000000000}"/>
          </ac:spMkLst>
        </pc:spChg>
        <pc:picChg chg="mod">
          <ac:chgData name="BHUKYA KOUSHIK KRISHNA RATHOD" userId="S::b.rathod@iitg.ac.in::aeca8632-4bcc-482f-bee9-3ddf53b95bc0" providerId="AD" clId="Web-{3977AE24-F290-4061-9B04-B7A155FD7F63}" dt="2024-04-23T10:07:43.565" v="2" actId="1076"/>
          <ac:picMkLst>
            <pc:docMk/>
            <pc:sldMk cId="1412442950" sldId="258"/>
            <ac:picMk id="12" creationId="{00000000-0000-0000-0000-000000000000}"/>
          </ac:picMkLst>
        </pc:picChg>
        <pc:cxnChg chg="mod">
          <ac:chgData name="BHUKYA KOUSHIK KRISHNA RATHOD" userId="S::b.rathod@iitg.ac.in::aeca8632-4bcc-482f-bee9-3ddf53b95bc0" providerId="AD" clId="Web-{3977AE24-F290-4061-9B04-B7A155FD7F63}" dt="2024-04-23T10:07:28.096" v="1" actId="1076"/>
          <ac:cxnSpMkLst>
            <pc:docMk/>
            <pc:sldMk cId="1412442950" sldId="258"/>
            <ac:cxnSpMk id="9" creationId="{00000000-0000-0000-0000-000000000000}"/>
          </ac:cxnSpMkLst>
        </pc:cxnChg>
      </pc:sldChg>
      <pc:sldChg chg="modSp">
        <pc:chgData name="BHUKYA KOUSHIK KRISHNA RATHOD" userId="S::b.rathod@iitg.ac.in::aeca8632-4bcc-482f-bee9-3ddf53b95bc0" providerId="AD" clId="Web-{3977AE24-F290-4061-9B04-B7A155FD7F63}" dt="2024-04-23T10:09:17.457" v="10" actId="1076"/>
        <pc:sldMkLst>
          <pc:docMk/>
          <pc:sldMk cId="1759334408" sldId="260"/>
        </pc:sldMkLst>
        <pc:picChg chg="mod">
          <ac:chgData name="BHUKYA KOUSHIK KRISHNA RATHOD" userId="S::b.rathod@iitg.ac.in::aeca8632-4bcc-482f-bee9-3ddf53b95bc0" providerId="AD" clId="Web-{3977AE24-F290-4061-9B04-B7A155FD7F63}" dt="2024-04-23T10:09:03.363" v="5" actId="1076"/>
          <ac:picMkLst>
            <pc:docMk/>
            <pc:sldMk cId="1759334408" sldId="260"/>
            <ac:picMk id="5" creationId="{00000000-0000-0000-0000-000000000000}"/>
          </ac:picMkLst>
        </pc:picChg>
        <pc:picChg chg="mod">
          <ac:chgData name="BHUKYA KOUSHIK KRISHNA RATHOD" userId="S::b.rathod@iitg.ac.in::aeca8632-4bcc-482f-bee9-3ddf53b95bc0" providerId="AD" clId="Web-{3977AE24-F290-4061-9B04-B7A155FD7F63}" dt="2024-04-23T10:09:17.457" v="10" actId="1076"/>
          <ac:picMkLst>
            <pc:docMk/>
            <pc:sldMk cId="1759334408" sldId="260"/>
            <ac:picMk id="9" creationId="{00000000-0000-0000-0000-000000000000}"/>
          </ac:picMkLst>
        </pc:picChg>
        <pc:picChg chg="mod">
          <ac:chgData name="BHUKYA KOUSHIK KRISHNA RATHOD" userId="S::b.rathod@iitg.ac.in::aeca8632-4bcc-482f-bee9-3ddf53b95bc0" providerId="AD" clId="Web-{3977AE24-F290-4061-9B04-B7A155FD7F63}" dt="2024-04-23T10:09:12.129" v="8" actId="1076"/>
          <ac:picMkLst>
            <pc:docMk/>
            <pc:sldMk cId="1759334408" sldId="260"/>
            <ac:picMk id="10" creationId="{00000000-0000-0000-0000-000000000000}"/>
          </ac:picMkLst>
        </pc:picChg>
        <pc:cxnChg chg="mod">
          <ac:chgData name="BHUKYA KOUSHIK KRISHNA RATHOD" userId="S::b.rathod@iitg.ac.in::aeca8632-4bcc-482f-bee9-3ddf53b95bc0" providerId="AD" clId="Web-{3977AE24-F290-4061-9B04-B7A155FD7F63}" dt="2024-04-23T10:09:12.129" v="8" actId="1076"/>
          <ac:cxnSpMkLst>
            <pc:docMk/>
            <pc:sldMk cId="1759334408" sldId="260"/>
            <ac:cxnSpMk id="12" creationId="{00000000-0000-0000-0000-000000000000}"/>
          </ac:cxnSpMkLst>
        </pc:cxnChg>
        <pc:cxnChg chg="mod">
          <ac:chgData name="BHUKYA KOUSHIK KRISHNA RATHOD" userId="S::b.rathod@iitg.ac.in::aeca8632-4bcc-482f-bee9-3ddf53b95bc0" providerId="AD" clId="Web-{3977AE24-F290-4061-9B04-B7A155FD7F63}" dt="2024-04-23T10:09:03.363" v="5" actId="1076"/>
          <ac:cxnSpMkLst>
            <pc:docMk/>
            <pc:sldMk cId="1759334408" sldId="260"/>
            <ac:cxnSpMk id="13" creationId="{00000000-0000-0000-0000-000000000000}"/>
          </ac:cxnSpMkLst>
        </pc:cxnChg>
      </pc:sldChg>
      <pc:sldChg chg="modSp">
        <pc:chgData name="BHUKYA KOUSHIK KRISHNA RATHOD" userId="S::b.rathod@iitg.ac.in::aeca8632-4bcc-482f-bee9-3ddf53b95bc0" providerId="AD" clId="Web-{3977AE24-F290-4061-9B04-B7A155FD7F63}" dt="2024-04-23T10:13:43.272" v="38" actId="1076"/>
        <pc:sldMkLst>
          <pc:docMk/>
          <pc:sldMk cId="809482944" sldId="261"/>
        </pc:sldMkLst>
        <pc:spChg chg="mod">
          <ac:chgData name="BHUKYA KOUSHIK KRISHNA RATHOD" userId="S::b.rathod@iitg.ac.in::aeca8632-4bcc-482f-bee9-3ddf53b95bc0" providerId="AD" clId="Web-{3977AE24-F290-4061-9B04-B7A155FD7F63}" dt="2024-04-23T10:13:43.272" v="38" actId="1076"/>
          <ac:spMkLst>
            <pc:docMk/>
            <pc:sldMk cId="809482944" sldId="261"/>
            <ac:spMk id="4" creationId="{00000000-0000-0000-0000-000000000000}"/>
          </ac:spMkLst>
        </pc:spChg>
        <pc:spChg chg="mod">
          <ac:chgData name="BHUKYA KOUSHIK KRISHNA RATHOD" userId="S::b.rathod@iitg.ac.in::aeca8632-4bcc-482f-bee9-3ddf53b95bc0" providerId="AD" clId="Web-{3977AE24-F290-4061-9B04-B7A155FD7F63}" dt="2024-04-23T10:13:24.522" v="35" actId="1076"/>
          <ac:spMkLst>
            <pc:docMk/>
            <pc:sldMk cId="809482944" sldId="261"/>
            <ac:spMk id="5" creationId="{00000000-0000-0000-0000-000000000000}"/>
          </ac:spMkLst>
        </pc:spChg>
        <pc:spChg chg="mod">
          <ac:chgData name="BHUKYA KOUSHIK KRISHNA RATHOD" userId="S::b.rathod@iitg.ac.in::aeca8632-4bcc-482f-bee9-3ddf53b95bc0" providerId="AD" clId="Web-{3977AE24-F290-4061-9B04-B7A155FD7F63}" dt="2024-04-23T10:12:37.912" v="31" actId="1076"/>
          <ac:spMkLst>
            <pc:docMk/>
            <pc:sldMk cId="809482944" sldId="261"/>
            <ac:spMk id="6" creationId="{00000000-0000-0000-0000-000000000000}"/>
          </ac:spMkLst>
        </pc:spChg>
        <pc:spChg chg="mod">
          <ac:chgData name="BHUKYA KOUSHIK KRISHNA RATHOD" userId="S::b.rathod@iitg.ac.in::aeca8632-4bcc-482f-bee9-3ddf53b95bc0" providerId="AD" clId="Web-{3977AE24-F290-4061-9B04-B7A155FD7F63}" dt="2024-04-23T10:12:06.896" v="25" actId="1076"/>
          <ac:spMkLst>
            <pc:docMk/>
            <pc:sldMk cId="809482944" sldId="261"/>
            <ac:spMk id="7" creationId="{00000000-0000-0000-0000-000000000000}"/>
          </ac:spMkLst>
        </pc:spChg>
        <pc:spChg chg="mod">
          <ac:chgData name="BHUKYA KOUSHIK KRISHNA RATHOD" userId="S::b.rathod@iitg.ac.in::aeca8632-4bcc-482f-bee9-3ddf53b95bc0" providerId="AD" clId="Web-{3977AE24-F290-4061-9B04-B7A155FD7F63}" dt="2024-04-23T10:11:48.505" v="21" actId="1076"/>
          <ac:spMkLst>
            <pc:docMk/>
            <pc:sldMk cId="809482944" sldId="261"/>
            <ac:spMk id="8" creationId="{00000000-0000-0000-0000-000000000000}"/>
          </ac:spMkLst>
        </pc:spChg>
        <pc:cxnChg chg="mod">
          <ac:chgData name="BHUKYA KOUSHIK KRISHNA RATHOD" userId="S::b.rathod@iitg.ac.in::aeca8632-4bcc-482f-bee9-3ddf53b95bc0" providerId="AD" clId="Web-{3977AE24-F290-4061-9B04-B7A155FD7F63}" dt="2024-04-23T10:13:39.725" v="37" actId="14100"/>
          <ac:cxnSpMkLst>
            <pc:docMk/>
            <pc:sldMk cId="809482944" sldId="261"/>
            <ac:cxnSpMk id="10" creationId="{00000000-0000-0000-0000-000000000000}"/>
          </ac:cxnSpMkLst>
        </pc:cxnChg>
        <pc:cxnChg chg="mod">
          <ac:chgData name="BHUKYA KOUSHIK KRISHNA RATHOD" userId="S::b.rathod@iitg.ac.in::aeca8632-4bcc-482f-bee9-3ddf53b95bc0" providerId="AD" clId="Web-{3977AE24-F290-4061-9B04-B7A155FD7F63}" dt="2024-04-23T10:13:17.803" v="34" actId="1076"/>
          <ac:cxnSpMkLst>
            <pc:docMk/>
            <pc:sldMk cId="809482944" sldId="261"/>
            <ac:cxnSpMk id="11" creationId="{00000000-0000-0000-0000-000000000000}"/>
          </ac:cxnSpMkLst>
        </pc:cxnChg>
        <pc:cxnChg chg="mod">
          <ac:chgData name="BHUKYA KOUSHIK KRISHNA RATHOD" userId="S::b.rathod@iitg.ac.in::aeca8632-4bcc-482f-bee9-3ddf53b95bc0" providerId="AD" clId="Web-{3977AE24-F290-4061-9B04-B7A155FD7F63}" dt="2024-04-23T10:12:10.584" v="26" actId="1076"/>
          <ac:cxnSpMkLst>
            <pc:docMk/>
            <pc:sldMk cId="809482944" sldId="261"/>
            <ac:cxnSpMk id="12" creationId="{00000000-0000-0000-0000-000000000000}"/>
          </ac:cxnSpMkLst>
        </pc:cxnChg>
        <pc:cxnChg chg="mod">
          <ac:chgData name="BHUKYA KOUSHIK KRISHNA RATHOD" userId="S::b.rathod@iitg.ac.in::aeca8632-4bcc-482f-bee9-3ddf53b95bc0" providerId="AD" clId="Web-{3977AE24-F290-4061-9B04-B7A155FD7F63}" dt="2024-04-23T10:12:04.333" v="24" actId="1076"/>
          <ac:cxnSpMkLst>
            <pc:docMk/>
            <pc:sldMk cId="809482944" sldId="261"/>
            <ac:cxnSpMk id="13" creationId="{00000000-0000-0000-0000-000000000000}"/>
          </ac:cxnSpMkLst>
        </pc:cxnChg>
      </pc:sldChg>
    </pc:docChg>
  </pc:docChgLst>
  <pc:docChgLst>
    <pc:chgData name="SAYAN ROY" userId="S::sayan.roy@iitg.ac.in::534bd757-325c-4c23-8ef7-6d4932ac52b3" providerId="AD" clId="Web-{AA6885E2-2A99-0082-584F-3CDFEDEB0845}"/>
    <pc:docChg chg="modSld">
      <pc:chgData name="SAYAN ROY" userId="S::sayan.roy@iitg.ac.in::534bd757-325c-4c23-8ef7-6d4932ac52b3" providerId="AD" clId="Web-{AA6885E2-2A99-0082-584F-3CDFEDEB0845}" dt="2024-04-24T04:28:37.713" v="7" actId="688"/>
      <pc:docMkLst>
        <pc:docMk/>
      </pc:docMkLst>
      <pc:sldChg chg="modSp">
        <pc:chgData name="SAYAN ROY" userId="S::sayan.roy@iitg.ac.in::534bd757-325c-4c23-8ef7-6d4932ac52b3" providerId="AD" clId="Web-{AA6885E2-2A99-0082-584F-3CDFEDEB0845}" dt="2024-04-24T04:23:47.159" v="1" actId="14100"/>
        <pc:sldMkLst>
          <pc:docMk/>
          <pc:sldMk cId="1759334408" sldId="260"/>
        </pc:sldMkLst>
        <pc:picChg chg="mod">
          <ac:chgData name="SAYAN ROY" userId="S::sayan.roy@iitg.ac.in::534bd757-325c-4c23-8ef7-6d4932ac52b3" providerId="AD" clId="Web-{AA6885E2-2A99-0082-584F-3CDFEDEB0845}" dt="2024-04-24T04:23:47.159" v="1" actId="14100"/>
          <ac:picMkLst>
            <pc:docMk/>
            <pc:sldMk cId="1759334408" sldId="260"/>
            <ac:picMk id="6" creationId="{00000000-0000-0000-0000-000000000000}"/>
          </ac:picMkLst>
        </pc:picChg>
        <pc:cxnChg chg="mod">
          <ac:chgData name="SAYAN ROY" userId="S::sayan.roy@iitg.ac.in::534bd757-325c-4c23-8ef7-6d4932ac52b3" providerId="AD" clId="Web-{AA6885E2-2A99-0082-584F-3CDFEDEB0845}" dt="2024-04-24T04:23:47.159" v="1" actId="14100"/>
          <ac:cxnSpMkLst>
            <pc:docMk/>
            <pc:sldMk cId="1759334408" sldId="260"/>
            <ac:cxnSpMk id="12" creationId="{00000000-0000-0000-0000-000000000000}"/>
          </ac:cxnSpMkLst>
        </pc:cxnChg>
        <pc:cxnChg chg="mod">
          <ac:chgData name="SAYAN ROY" userId="S::sayan.roy@iitg.ac.in::534bd757-325c-4c23-8ef7-6d4932ac52b3" providerId="AD" clId="Web-{AA6885E2-2A99-0082-584F-3CDFEDEB0845}" dt="2024-04-24T04:23:47.159" v="1" actId="14100"/>
          <ac:cxnSpMkLst>
            <pc:docMk/>
            <pc:sldMk cId="1759334408" sldId="260"/>
            <ac:cxnSpMk id="13" creationId="{00000000-0000-0000-0000-000000000000}"/>
          </ac:cxnSpMkLst>
        </pc:cxnChg>
      </pc:sldChg>
      <pc:sldChg chg="modSp">
        <pc:chgData name="SAYAN ROY" userId="S::sayan.roy@iitg.ac.in::534bd757-325c-4c23-8ef7-6d4932ac52b3" providerId="AD" clId="Web-{AA6885E2-2A99-0082-584F-3CDFEDEB0845}" dt="2024-04-24T04:28:37.713" v="7" actId="688"/>
        <pc:sldMkLst>
          <pc:docMk/>
          <pc:sldMk cId="809482944" sldId="261"/>
        </pc:sldMkLst>
        <pc:spChg chg="mod">
          <ac:chgData name="SAYAN ROY" userId="S::sayan.roy@iitg.ac.in::534bd757-325c-4c23-8ef7-6d4932ac52b3" providerId="AD" clId="Web-{AA6885E2-2A99-0082-584F-3CDFEDEB0845}" dt="2024-04-24T04:28:37.713" v="7" actId="688"/>
          <ac:spMkLst>
            <pc:docMk/>
            <pc:sldMk cId="809482944" sldId="261"/>
            <ac:spMk id="18" creationId="{00000000-0000-0000-0000-000000000000}"/>
          </ac:spMkLst>
        </pc:spChg>
      </pc:sldChg>
    </pc:docChg>
  </pc:docChgLst>
  <pc:docChgLst>
    <pc:chgData name="SHREY CHANDRA" userId="S::c.shrey@iitg.ac.in::ee8d4ca3-fe3f-44ab-8430-294fe10d55bd" providerId="AD" clId="Web-{1793655C-F7DC-158B-306E-4B416DF2DD5B}"/>
    <pc:docChg chg="modSld">
      <pc:chgData name="SHREY CHANDRA" userId="S::c.shrey@iitg.ac.in::ee8d4ca3-fe3f-44ab-8430-294fe10d55bd" providerId="AD" clId="Web-{1793655C-F7DC-158B-306E-4B416DF2DD5B}" dt="2024-04-18T18:06:34.312" v="3" actId="20577"/>
      <pc:docMkLst>
        <pc:docMk/>
      </pc:docMkLst>
      <pc:sldChg chg="delSp">
        <pc:chgData name="SHREY CHANDRA" userId="S::c.shrey@iitg.ac.in::ee8d4ca3-fe3f-44ab-8430-294fe10d55bd" providerId="AD" clId="Web-{1793655C-F7DC-158B-306E-4B416DF2DD5B}" dt="2024-04-18T18:06:19.452" v="1"/>
        <pc:sldMkLst>
          <pc:docMk/>
          <pc:sldMk cId="2296117416" sldId="256"/>
        </pc:sldMkLst>
        <pc:picChg chg="del">
          <ac:chgData name="SHREY CHANDRA" userId="S::c.shrey@iitg.ac.in::ee8d4ca3-fe3f-44ab-8430-294fe10d55bd" providerId="AD" clId="Web-{1793655C-F7DC-158B-306E-4B416DF2DD5B}" dt="2024-04-18T18:06:15.968" v="0"/>
          <ac:picMkLst>
            <pc:docMk/>
            <pc:sldMk cId="2296117416" sldId="256"/>
            <ac:picMk id="5" creationId="{00000000-0000-0000-0000-000000000000}"/>
          </ac:picMkLst>
        </pc:picChg>
        <pc:picChg chg="del">
          <ac:chgData name="SHREY CHANDRA" userId="S::c.shrey@iitg.ac.in::ee8d4ca3-fe3f-44ab-8430-294fe10d55bd" providerId="AD" clId="Web-{1793655C-F7DC-158B-306E-4B416DF2DD5B}" dt="2024-04-18T18:06:19.452" v="1"/>
          <ac:picMkLst>
            <pc:docMk/>
            <pc:sldMk cId="2296117416" sldId="256"/>
            <ac:picMk id="6" creationId="{00000000-0000-0000-0000-000000000000}"/>
          </ac:picMkLst>
        </pc:picChg>
      </pc:sldChg>
      <pc:sldChg chg="modSp">
        <pc:chgData name="SHREY CHANDRA" userId="S::c.shrey@iitg.ac.in::ee8d4ca3-fe3f-44ab-8430-294fe10d55bd" providerId="AD" clId="Web-{1793655C-F7DC-158B-306E-4B416DF2DD5B}" dt="2024-04-18T18:06:34.312" v="3" actId="20577"/>
        <pc:sldMkLst>
          <pc:docMk/>
          <pc:sldMk cId="1495182167" sldId="267"/>
        </pc:sldMkLst>
        <pc:spChg chg="mod">
          <ac:chgData name="SHREY CHANDRA" userId="S::c.shrey@iitg.ac.in::ee8d4ca3-fe3f-44ab-8430-294fe10d55bd" providerId="AD" clId="Web-{1793655C-F7DC-158B-306E-4B416DF2DD5B}" dt="2024-04-18T18:06:34.312" v="3" actId="20577"/>
          <ac:spMkLst>
            <pc:docMk/>
            <pc:sldMk cId="1495182167" sldId="267"/>
            <ac:spMk id="5" creationId="{27D1512A-E070-4158-9814-70E30EB5FA3C}"/>
          </ac:spMkLst>
        </pc:spChg>
      </pc:sldChg>
    </pc:docChg>
  </pc:docChgLst>
  <pc:docChgLst>
    <pc:chgData name="SURBHI MANISH GAIKWAD" userId="S::s.gaikwad@iitg.ac.in::c315d91e-5821-476e-8bbe-0b7ae366087c" providerId="AD" clId="Web-{BAE81F38-D819-74DD-C8C7-DEF1B7E180DC}"/>
    <pc:docChg chg="modSld">
      <pc:chgData name="SURBHI MANISH GAIKWAD" userId="S::s.gaikwad@iitg.ac.in::c315d91e-5821-476e-8bbe-0b7ae366087c" providerId="AD" clId="Web-{BAE81F38-D819-74DD-C8C7-DEF1B7E180DC}" dt="2024-04-16T16:06:19.146" v="8" actId="20577"/>
      <pc:docMkLst>
        <pc:docMk/>
      </pc:docMkLst>
      <pc:sldChg chg="modSp">
        <pc:chgData name="SURBHI MANISH GAIKWAD" userId="S::s.gaikwad@iitg.ac.in::c315d91e-5821-476e-8bbe-0b7ae366087c" providerId="AD" clId="Web-{BAE81F38-D819-74DD-C8C7-DEF1B7E180DC}" dt="2024-04-16T16:06:19.146" v="8" actId="20577"/>
        <pc:sldMkLst>
          <pc:docMk/>
          <pc:sldMk cId="37128503" sldId="257"/>
        </pc:sldMkLst>
        <pc:spChg chg="mod">
          <ac:chgData name="SURBHI MANISH GAIKWAD" userId="S::s.gaikwad@iitg.ac.in::c315d91e-5821-476e-8bbe-0b7ae366087c" providerId="AD" clId="Web-{BAE81F38-D819-74DD-C8C7-DEF1B7E180DC}" dt="2024-04-16T16:06:19.146" v="8" actId="20577"/>
          <ac:spMkLst>
            <pc:docMk/>
            <pc:sldMk cId="37128503" sldId="257"/>
            <ac:spMk id="7" creationId="{00000000-0000-0000-0000-000000000000}"/>
          </ac:spMkLst>
        </pc:spChg>
      </pc:sldChg>
      <pc:sldChg chg="modSp">
        <pc:chgData name="SURBHI MANISH GAIKWAD" userId="S::s.gaikwad@iitg.ac.in::c315d91e-5821-476e-8bbe-0b7ae366087c" providerId="AD" clId="Web-{BAE81F38-D819-74DD-C8C7-DEF1B7E180DC}" dt="2024-04-16T16:05:36.192" v="4" actId="20577"/>
        <pc:sldMkLst>
          <pc:docMk/>
          <pc:sldMk cId="1495182167" sldId="267"/>
        </pc:sldMkLst>
        <pc:spChg chg="mod">
          <ac:chgData name="SURBHI MANISH GAIKWAD" userId="S::s.gaikwad@iitg.ac.in::c315d91e-5821-476e-8bbe-0b7ae366087c" providerId="AD" clId="Web-{BAE81F38-D819-74DD-C8C7-DEF1B7E180DC}" dt="2024-04-16T16:05:36.192" v="4" actId="20577"/>
          <ac:spMkLst>
            <pc:docMk/>
            <pc:sldMk cId="1495182167" sldId="267"/>
            <ac:spMk id="5" creationId="{27D1512A-E070-4158-9814-70E30EB5FA3C}"/>
          </ac:spMkLst>
        </pc:spChg>
      </pc:sldChg>
    </pc:docChg>
  </pc:docChgLst>
  <pc:docChgLst>
    <pc:chgData name="SAURAV" userId="S::saurav.4097@iitg.ac.in::b4033196-6970-4b30-a8a2-abca25ad373b" providerId="AD" clId="Web-{2B3D2322-1405-1CBA-E472-E0529E52A7BE}"/>
    <pc:docChg chg="modSld">
      <pc:chgData name="SAURAV" userId="S::saurav.4097@iitg.ac.in::b4033196-6970-4b30-a8a2-abca25ad373b" providerId="AD" clId="Web-{2B3D2322-1405-1CBA-E472-E0529E52A7BE}" dt="2024-04-22T16:43:28.920" v="4" actId="1076"/>
      <pc:docMkLst>
        <pc:docMk/>
      </pc:docMkLst>
      <pc:sldChg chg="modSp">
        <pc:chgData name="SAURAV" userId="S::saurav.4097@iitg.ac.in::b4033196-6970-4b30-a8a2-abca25ad373b" providerId="AD" clId="Web-{2B3D2322-1405-1CBA-E472-E0529E52A7BE}" dt="2024-04-22T16:39:12.761" v="3" actId="1076"/>
        <pc:sldMkLst>
          <pc:docMk/>
          <pc:sldMk cId="1412442950" sldId="258"/>
        </pc:sldMkLst>
        <pc:picChg chg="mod">
          <ac:chgData name="SAURAV" userId="S::saurav.4097@iitg.ac.in::b4033196-6970-4b30-a8a2-abca25ad373b" providerId="AD" clId="Web-{2B3D2322-1405-1CBA-E472-E0529E52A7BE}" dt="2024-04-22T16:38:41.401" v="0" actId="14100"/>
          <ac:picMkLst>
            <pc:docMk/>
            <pc:sldMk cId="1412442950" sldId="258"/>
            <ac:picMk id="12" creationId="{00000000-0000-0000-0000-000000000000}"/>
          </ac:picMkLst>
        </pc:picChg>
        <pc:cxnChg chg="mod">
          <ac:chgData name="SAURAV" userId="S::saurav.4097@iitg.ac.in::b4033196-6970-4b30-a8a2-abca25ad373b" providerId="AD" clId="Web-{2B3D2322-1405-1CBA-E472-E0529E52A7BE}" dt="2024-04-22T16:39:12.761" v="3" actId="1076"/>
          <ac:cxnSpMkLst>
            <pc:docMk/>
            <pc:sldMk cId="1412442950" sldId="258"/>
            <ac:cxnSpMk id="9" creationId="{00000000-0000-0000-0000-000000000000}"/>
          </ac:cxnSpMkLst>
        </pc:cxnChg>
      </pc:sldChg>
      <pc:sldChg chg="modSp">
        <pc:chgData name="SAURAV" userId="S::saurav.4097@iitg.ac.in::b4033196-6970-4b30-a8a2-abca25ad373b" providerId="AD" clId="Web-{2B3D2322-1405-1CBA-E472-E0529E52A7BE}" dt="2024-04-22T16:43:28.920" v="4" actId="1076"/>
        <pc:sldMkLst>
          <pc:docMk/>
          <pc:sldMk cId="2929289808" sldId="259"/>
        </pc:sldMkLst>
        <pc:spChg chg="mod">
          <ac:chgData name="SAURAV" userId="S::saurav.4097@iitg.ac.in::b4033196-6970-4b30-a8a2-abca25ad373b" providerId="AD" clId="Web-{2B3D2322-1405-1CBA-E472-E0529E52A7BE}" dt="2024-04-22T16:43:28.920" v="4" actId="1076"/>
          <ac:spMkLst>
            <pc:docMk/>
            <pc:sldMk cId="2929289808" sldId="259"/>
            <ac:spMk id="8" creationId="{00000000-0000-0000-0000-000000000000}"/>
          </ac:spMkLst>
        </pc:spChg>
      </pc:sldChg>
    </pc:docChg>
  </pc:docChgLst>
  <pc:docChgLst>
    <pc:chgData name="GUGULOTH VISHAL" userId="S::v.guguloth@iitg.ac.in::35d79d68-3ab9-4bfc-a9d2-12412b5f1b8d" providerId="AD" clId="Web-{838EB294-181D-BD4B-5229-135ECFE9F636}"/>
    <pc:docChg chg="sldOrd">
      <pc:chgData name="GUGULOTH VISHAL" userId="S::v.guguloth@iitg.ac.in::35d79d68-3ab9-4bfc-a9d2-12412b5f1b8d" providerId="AD" clId="Web-{838EB294-181D-BD4B-5229-135ECFE9F636}" dt="2024-04-23T09:19:32.038" v="0"/>
      <pc:docMkLst>
        <pc:docMk/>
      </pc:docMkLst>
      <pc:sldChg chg="ord">
        <pc:chgData name="GUGULOTH VISHAL" userId="S::v.guguloth@iitg.ac.in::35d79d68-3ab9-4bfc-a9d2-12412b5f1b8d" providerId="AD" clId="Web-{838EB294-181D-BD4B-5229-135ECFE9F636}" dt="2024-04-23T09:19:32.038" v="0"/>
        <pc:sldMkLst>
          <pc:docMk/>
          <pc:sldMk cId="2296117416" sldId="256"/>
        </pc:sldMkLst>
      </pc:sldChg>
    </pc:docChg>
  </pc:docChgLst>
  <pc:docChgLst>
    <pc:chgData name="SOMIRAN DUTTA" userId="S::d.somiran@iitg.ac.in::2c1fa892-c7cf-4eff-9028-d5f31d14f150" providerId="AD" clId="Web-{21C7235E-4CCD-EDA3-BF3D-CF4738C6714B}"/>
    <pc:docChg chg="modSld">
      <pc:chgData name="SOMIRAN DUTTA" userId="S::d.somiran@iitg.ac.in::2c1fa892-c7cf-4eff-9028-d5f31d14f150" providerId="AD" clId="Web-{21C7235E-4CCD-EDA3-BF3D-CF4738C6714B}" dt="2024-04-23T09:29:54.700" v="1" actId="20577"/>
      <pc:docMkLst>
        <pc:docMk/>
      </pc:docMkLst>
      <pc:sldChg chg="modSp">
        <pc:chgData name="SOMIRAN DUTTA" userId="S::d.somiran@iitg.ac.in::2c1fa892-c7cf-4eff-9028-d5f31d14f150" providerId="AD" clId="Web-{21C7235E-4CCD-EDA3-BF3D-CF4738C6714B}" dt="2024-04-23T09:29:54.700" v="1" actId="20577"/>
        <pc:sldMkLst>
          <pc:docMk/>
          <pc:sldMk cId="1495182167" sldId="267"/>
        </pc:sldMkLst>
        <pc:spChg chg="mod">
          <ac:chgData name="SOMIRAN DUTTA" userId="S::d.somiran@iitg.ac.in::2c1fa892-c7cf-4eff-9028-d5f31d14f150" providerId="AD" clId="Web-{21C7235E-4CCD-EDA3-BF3D-CF4738C6714B}" dt="2024-04-23T09:29:54.700" v="1" actId="20577"/>
          <ac:spMkLst>
            <pc:docMk/>
            <pc:sldMk cId="1495182167" sldId="267"/>
            <ac:spMk id="5" creationId="{27D1512A-E070-4158-9814-70E30EB5FA3C}"/>
          </ac:spMkLst>
        </pc:spChg>
      </pc:sldChg>
    </pc:docChg>
  </pc:docChgLst>
  <pc:docChgLst>
    <pc:chgData name="SURBHI MANISH GAIKWAD" userId="S::s.gaikwad@iitg.ac.in::c315d91e-5821-476e-8bbe-0b7ae366087c" providerId="AD" clId="Web-{D3543F7F-A47D-7C1B-0F5E-12B6D5C1912B}"/>
    <pc:docChg chg="modSld">
      <pc:chgData name="SURBHI MANISH GAIKWAD" userId="S::s.gaikwad@iitg.ac.in::c315d91e-5821-476e-8bbe-0b7ae366087c" providerId="AD" clId="Web-{D3543F7F-A47D-7C1B-0F5E-12B6D5C1912B}" dt="2024-04-16T16:46:00.340" v="3" actId="20577"/>
      <pc:docMkLst>
        <pc:docMk/>
      </pc:docMkLst>
      <pc:sldChg chg="modSp">
        <pc:chgData name="SURBHI MANISH GAIKWAD" userId="S::s.gaikwad@iitg.ac.in::c315d91e-5821-476e-8bbe-0b7ae366087c" providerId="AD" clId="Web-{D3543F7F-A47D-7C1B-0F5E-12B6D5C1912B}" dt="2024-04-16T16:45:52.965" v="1" actId="20577"/>
        <pc:sldMkLst>
          <pc:docMk/>
          <pc:sldMk cId="37128503" sldId="257"/>
        </pc:sldMkLst>
        <pc:spChg chg="mod">
          <ac:chgData name="SURBHI MANISH GAIKWAD" userId="S::s.gaikwad@iitg.ac.in::c315d91e-5821-476e-8bbe-0b7ae366087c" providerId="AD" clId="Web-{D3543F7F-A47D-7C1B-0F5E-12B6D5C1912B}" dt="2024-04-16T16:45:52.965" v="1" actId="20577"/>
          <ac:spMkLst>
            <pc:docMk/>
            <pc:sldMk cId="37128503" sldId="257"/>
            <ac:spMk id="7" creationId="{00000000-0000-0000-0000-000000000000}"/>
          </ac:spMkLst>
        </pc:spChg>
      </pc:sldChg>
      <pc:sldChg chg="modSp">
        <pc:chgData name="SURBHI MANISH GAIKWAD" userId="S::s.gaikwad@iitg.ac.in::c315d91e-5821-476e-8bbe-0b7ae366087c" providerId="AD" clId="Web-{D3543F7F-A47D-7C1B-0F5E-12B6D5C1912B}" dt="2024-04-16T16:46:00.340" v="3" actId="20577"/>
        <pc:sldMkLst>
          <pc:docMk/>
          <pc:sldMk cId="1495182167" sldId="267"/>
        </pc:sldMkLst>
        <pc:spChg chg="mod">
          <ac:chgData name="SURBHI MANISH GAIKWAD" userId="S::s.gaikwad@iitg.ac.in::c315d91e-5821-476e-8bbe-0b7ae366087c" providerId="AD" clId="Web-{D3543F7F-A47D-7C1B-0F5E-12B6D5C1912B}" dt="2024-04-16T16:46:00.340" v="3" actId="20577"/>
          <ac:spMkLst>
            <pc:docMk/>
            <pc:sldMk cId="1495182167" sldId="267"/>
            <ac:spMk id="5" creationId="{27D1512A-E070-4158-9814-70E30EB5FA3C}"/>
          </ac:spMkLst>
        </pc:spChg>
      </pc:sldChg>
    </pc:docChg>
  </pc:docChgLst>
  <pc:docChgLst>
    <pc:chgData name="SAYAN ROY" userId="S::sayan.roy@iitg.ac.in::534bd757-325c-4c23-8ef7-6d4932ac52b3" providerId="AD" clId="Web-{BC9E41C0-6D79-C561-0B6E-4D1136DDD959}"/>
    <pc:docChg chg="modSld">
      <pc:chgData name="SAYAN ROY" userId="S::sayan.roy@iitg.ac.in::534bd757-325c-4c23-8ef7-6d4932ac52b3" providerId="AD" clId="Web-{BC9E41C0-6D79-C561-0B6E-4D1136DDD959}" dt="2024-04-24T01:11:20.089" v="1"/>
      <pc:docMkLst>
        <pc:docMk/>
      </pc:docMkLst>
      <pc:sldChg chg="modSp">
        <pc:chgData name="SAYAN ROY" userId="S::sayan.roy@iitg.ac.in::534bd757-325c-4c23-8ef7-6d4932ac52b3" providerId="AD" clId="Web-{BC9E41C0-6D79-C561-0B6E-4D1136DDD959}" dt="2024-04-24T01:11:20.089" v="1"/>
        <pc:sldMkLst>
          <pc:docMk/>
          <pc:sldMk cId="2296117416" sldId="256"/>
        </pc:sldMkLst>
        <pc:picChg chg="mod modCrop">
          <ac:chgData name="SAYAN ROY" userId="S::sayan.roy@iitg.ac.in::534bd757-325c-4c23-8ef7-6d4932ac52b3" providerId="AD" clId="Web-{BC9E41C0-6D79-C561-0B6E-4D1136DDD959}" dt="2024-04-24T01:11:20.089" v="1"/>
          <ac:picMkLst>
            <pc:docMk/>
            <pc:sldMk cId="2296117416" sldId="256"/>
            <ac:picMk id="2" creationId="{424BC2FF-461D-E736-F23C-AB9722D4BAA5}"/>
          </ac:picMkLst>
        </pc:picChg>
      </pc:sldChg>
    </pc:docChg>
  </pc:docChgLst>
  <pc:docChgLst>
    <pc:chgData name="SAGAR MODI" userId="S::sagar.modi@iitg.ac.in::f21a6055-bdfb-4131-a427-9532d6032ff3" providerId="AD" clId="Web-{90FC373B-588E-5119-9FCB-60327692AD5C}"/>
    <pc:docChg chg="modSld">
      <pc:chgData name="SAGAR MODI" userId="S::sagar.modi@iitg.ac.in::f21a6055-bdfb-4131-a427-9532d6032ff3" providerId="AD" clId="Web-{90FC373B-588E-5119-9FCB-60327692AD5C}" dt="2024-04-22T21:33:23.276" v="0" actId="1076"/>
      <pc:docMkLst>
        <pc:docMk/>
      </pc:docMkLst>
      <pc:sldChg chg="modSp">
        <pc:chgData name="SAGAR MODI" userId="S::sagar.modi@iitg.ac.in::f21a6055-bdfb-4131-a427-9532d6032ff3" providerId="AD" clId="Web-{90FC373B-588E-5119-9FCB-60327692AD5C}" dt="2024-04-22T21:33:23.276" v="0" actId="1076"/>
        <pc:sldMkLst>
          <pc:docMk/>
          <pc:sldMk cId="1015152228" sldId="263"/>
        </pc:sldMkLst>
        <pc:picChg chg="mod">
          <ac:chgData name="SAGAR MODI" userId="S::sagar.modi@iitg.ac.in::f21a6055-bdfb-4131-a427-9532d6032ff3" providerId="AD" clId="Web-{90FC373B-588E-5119-9FCB-60327692AD5C}" dt="2024-04-22T21:33:23.276" v="0" actId="1076"/>
          <ac:picMkLst>
            <pc:docMk/>
            <pc:sldMk cId="1015152228" sldId="263"/>
            <ac:picMk id="4" creationId="{00000000-0000-0000-0000-000000000000}"/>
          </ac:picMkLst>
        </pc:picChg>
      </pc:sldChg>
    </pc:docChg>
  </pc:docChgLst>
  <pc:docChgLst>
    <pc:chgData name="K RAHUL" userId="S::krahul.3044@iitg.ac.in::5f2a4117-e591-41b7-b8cc-10e22aee723f" providerId="AD" clId="Web-{1D467D90-8169-468F-8B63-6264C424CCD7}"/>
    <pc:docChg chg="sldOrd">
      <pc:chgData name="K RAHUL" userId="S::krahul.3044@iitg.ac.in::5f2a4117-e591-41b7-b8cc-10e22aee723f" providerId="AD" clId="Web-{1D467D90-8169-468F-8B63-6264C424CCD7}" dt="2024-04-23T18:18:43.390" v="1"/>
      <pc:docMkLst>
        <pc:docMk/>
      </pc:docMkLst>
      <pc:sldChg chg="ord">
        <pc:chgData name="K RAHUL" userId="S::krahul.3044@iitg.ac.in::5f2a4117-e591-41b7-b8cc-10e22aee723f" providerId="AD" clId="Web-{1D467D90-8169-468F-8B63-6264C424CCD7}" dt="2024-04-23T18:18:43.390" v="1"/>
        <pc:sldMkLst>
          <pc:docMk/>
          <pc:sldMk cId="4092088381" sldId="264"/>
        </pc:sldMkLst>
      </pc:sldChg>
      <pc:sldChg chg="ord">
        <pc:chgData name="K RAHUL" userId="S::krahul.3044@iitg.ac.in::5f2a4117-e591-41b7-b8cc-10e22aee723f" providerId="AD" clId="Web-{1D467D90-8169-468F-8B63-6264C424CCD7}" dt="2024-04-23T18:18:40.906" v="0"/>
        <pc:sldMkLst>
          <pc:docMk/>
          <pc:sldMk cId="25527421" sldId="266"/>
        </pc:sldMkLst>
      </pc:sldChg>
    </pc:docChg>
  </pc:docChgLst>
  <pc:docChgLst>
    <pc:chgData name="SHIVANG" userId="S::shivang.7068@iitg.ac.in::7d03b55f-b55c-452b-99b4-401b2323eec6" providerId="AD" clId="Web-{492BFF8F-4D8D-4586-AE93-D351FFE36F73}"/>
    <pc:docChg chg="modSld sldOrd">
      <pc:chgData name="SHIVANG" userId="S::shivang.7068@iitg.ac.in::7d03b55f-b55c-452b-99b4-401b2323eec6" providerId="AD" clId="Web-{492BFF8F-4D8D-4586-AE93-D351FFE36F73}" dt="2024-04-24T11:02:32.482" v="2" actId="1076"/>
      <pc:docMkLst>
        <pc:docMk/>
      </pc:docMkLst>
      <pc:sldChg chg="modSp">
        <pc:chgData name="SHIVANG" userId="S::shivang.7068@iitg.ac.in::7d03b55f-b55c-452b-99b4-401b2323eec6" providerId="AD" clId="Web-{492BFF8F-4D8D-4586-AE93-D351FFE36F73}" dt="2024-04-24T11:02:32.482" v="2" actId="1076"/>
        <pc:sldMkLst>
          <pc:docMk/>
          <pc:sldMk cId="1412442950" sldId="258"/>
        </pc:sldMkLst>
        <pc:picChg chg="mod">
          <ac:chgData name="SHIVANG" userId="S::shivang.7068@iitg.ac.in::7d03b55f-b55c-452b-99b4-401b2323eec6" providerId="AD" clId="Web-{492BFF8F-4D8D-4586-AE93-D351FFE36F73}" dt="2024-04-24T11:02:32.482" v="2" actId="1076"/>
          <ac:picMkLst>
            <pc:docMk/>
            <pc:sldMk cId="1412442950" sldId="258"/>
            <ac:picMk id="12" creationId="{00000000-0000-0000-0000-000000000000}"/>
          </ac:picMkLst>
        </pc:picChg>
      </pc:sldChg>
      <pc:sldChg chg="ord">
        <pc:chgData name="SHIVANG" userId="S::shivang.7068@iitg.ac.in::7d03b55f-b55c-452b-99b4-401b2323eec6" providerId="AD" clId="Web-{492BFF8F-4D8D-4586-AE93-D351FFE36F73}" dt="2024-04-24T10:52:52.968" v="1"/>
        <pc:sldMkLst>
          <pc:docMk/>
          <pc:sldMk cId="1759334408" sldId="260"/>
        </pc:sldMkLst>
      </pc:sldChg>
    </pc:docChg>
  </pc:docChgLst>
  <pc:docChgLst>
    <pc:chgData name="CHODABATTULA MONI PRANEETH" userId="S::p.chodabattula@iitg.ac.in::1b4487b8-500d-4472-b596-fa3dff2625d4" providerId="AD" clId="Web-{BB107DF9-7817-1913-9403-CB8E2DAA60B2}"/>
    <pc:docChg chg="modSld">
      <pc:chgData name="CHODABATTULA MONI PRANEETH" userId="S::p.chodabattula@iitg.ac.in::1b4487b8-500d-4472-b596-fa3dff2625d4" providerId="AD" clId="Web-{BB107DF9-7817-1913-9403-CB8E2DAA60B2}" dt="2024-04-24T13:05:21.777" v="12" actId="1076"/>
      <pc:docMkLst>
        <pc:docMk/>
      </pc:docMkLst>
      <pc:sldChg chg="modSp">
        <pc:chgData name="CHODABATTULA MONI PRANEETH" userId="S::p.chodabattula@iitg.ac.in::1b4487b8-500d-4472-b596-fa3dff2625d4" providerId="AD" clId="Web-{BB107DF9-7817-1913-9403-CB8E2DAA60B2}" dt="2024-04-24T09:07:48.501" v="9" actId="20577"/>
        <pc:sldMkLst>
          <pc:docMk/>
          <pc:sldMk cId="2296117416" sldId="256"/>
        </pc:sldMkLst>
        <pc:spChg chg="mod">
          <ac:chgData name="CHODABATTULA MONI PRANEETH" userId="S::p.chodabattula@iitg.ac.in::1b4487b8-500d-4472-b596-fa3dff2625d4" providerId="AD" clId="Web-{BB107DF9-7817-1913-9403-CB8E2DAA60B2}" dt="2024-04-24T09:07:48.501" v="9" actId="20577"/>
          <ac:spMkLst>
            <pc:docMk/>
            <pc:sldMk cId="2296117416" sldId="256"/>
            <ac:spMk id="8" creationId="{00000000-0000-0000-0000-000000000000}"/>
          </ac:spMkLst>
        </pc:spChg>
        <pc:picChg chg="mod">
          <ac:chgData name="CHODABATTULA MONI PRANEETH" userId="S::p.chodabattula@iitg.ac.in::1b4487b8-500d-4472-b596-fa3dff2625d4" providerId="AD" clId="Web-{BB107DF9-7817-1913-9403-CB8E2DAA60B2}" dt="2024-04-24T09:07:24.673" v="1" actId="1076"/>
          <ac:picMkLst>
            <pc:docMk/>
            <pc:sldMk cId="2296117416" sldId="256"/>
            <ac:picMk id="2" creationId="{424BC2FF-461D-E736-F23C-AB9722D4BAA5}"/>
          </ac:picMkLst>
        </pc:picChg>
      </pc:sldChg>
      <pc:sldChg chg="modSp">
        <pc:chgData name="CHODABATTULA MONI PRANEETH" userId="S::p.chodabattula@iitg.ac.in::1b4487b8-500d-4472-b596-fa3dff2625d4" providerId="AD" clId="Web-{BB107DF9-7817-1913-9403-CB8E2DAA60B2}" dt="2024-04-24T11:55:48.714" v="10" actId="1076"/>
        <pc:sldMkLst>
          <pc:docMk/>
          <pc:sldMk cId="1412442950" sldId="258"/>
        </pc:sldMkLst>
        <pc:picChg chg="mod">
          <ac:chgData name="CHODABATTULA MONI PRANEETH" userId="S::p.chodabattula@iitg.ac.in::1b4487b8-500d-4472-b596-fa3dff2625d4" providerId="AD" clId="Web-{BB107DF9-7817-1913-9403-CB8E2DAA60B2}" dt="2024-04-24T11:55:48.714" v="10" actId="1076"/>
          <ac:picMkLst>
            <pc:docMk/>
            <pc:sldMk cId="1412442950" sldId="258"/>
            <ac:picMk id="12" creationId="{00000000-0000-0000-0000-000000000000}"/>
          </ac:picMkLst>
        </pc:picChg>
      </pc:sldChg>
      <pc:sldChg chg="modSp">
        <pc:chgData name="CHODABATTULA MONI PRANEETH" userId="S::p.chodabattula@iitg.ac.in::1b4487b8-500d-4472-b596-fa3dff2625d4" providerId="AD" clId="Web-{BB107DF9-7817-1913-9403-CB8E2DAA60B2}" dt="2024-04-24T13:05:21.777" v="12" actId="1076"/>
        <pc:sldMkLst>
          <pc:docMk/>
          <pc:sldMk cId="1015152228" sldId="263"/>
        </pc:sldMkLst>
        <pc:picChg chg="mod">
          <ac:chgData name="CHODABATTULA MONI PRANEETH" userId="S::p.chodabattula@iitg.ac.in::1b4487b8-500d-4472-b596-fa3dff2625d4" providerId="AD" clId="Web-{BB107DF9-7817-1913-9403-CB8E2DAA60B2}" dt="2024-04-24T13:05:21.777" v="12" actId="1076"/>
          <ac:picMkLst>
            <pc:docMk/>
            <pc:sldMk cId="1015152228" sldId="263"/>
            <ac:picMk id="4" creationId="{00000000-0000-0000-0000-000000000000}"/>
          </ac:picMkLst>
        </pc:picChg>
      </pc:sldChg>
    </pc:docChg>
  </pc:docChgLst>
  <pc:docChgLst>
    <pc:chgData name="SHREY CHANDRA" userId="S::c.shrey@iitg.ac.in::ee8d4ca3-fe3f-44ab-8430-294fe10d55bd" providerId="AD" clId="Web-{EE2959DD-EB4C-DF72-E98B-ECEFB21FDED5}"/>
    <pc:docChg chg="modSld">
      <pc:chgData name="SHREY CHANDRA" userId="S::c.shrey@iitg.ac.in::ee8d4ca3-fe3f-44ab-8430-294fe10d55bd" providerId="AD" clId="Web-{EE2959DD-EB4C-DF72-E98B-ECEFB21FDED5}" dt="2024-04-18T18:08:46.652" v="0"/>
      <pc:docMkLst>
        <pc:docMk/>
      </pc:docMkLst>
      <pc:sldChg chg="addSp modSp">
        <pc:chgData name="SHREY CHANDRA" userId="S::c.shrey@iitg.ac.in::ee8d4ca3-fe3f-44ab-8430-294fe10d55bd" providerId="AD" clId="Web-{EE2959DD-EB4C-DF72-E98B-ECEFB21FDED5}" dt="2024-04-18T18:08:46.652" v="0"/>
        <pc:sldMkLst>
          <pc:docMk/>
          <pc:sldMk cId="2296117416" sldId="256"/>
        </pc:sldMkLst>
        <pc:picChg chg="add mod">
          <ac:chgData name="SHREY CHANDRA" userId="S::c.shrey@iitg.ac.in::ee8d4ca3-fe3f-44ab-8430-294fe10d55bd" providerId="AD" clId="Web-{EE2959DD-EB4C-DF72-E98B-ECEFB21FDED5}" dt="2024-04-18T18:08:46.652" v="0"/>
          <ac:picMkLst>
            <pc:docMk/>
            <pc:sldMk cId="2296117416" sldId="256"/>
            <ac:picMk id="2" creationId="{424BC2FF-461D-E736-F23C-AB9722D4BAA5}"/>
          </ac:picMkLst>
        </pc:picChg>
      </pc:sldChg>
    </pc:docChg>
  </pc:docChgLst>
  <pc:docChgLst>
    <pc:chgData name="REHAN SHERAWAT" userId="S::s.rehan@iitg.ac.in::f6214fa7-8b42-45d5-9dda-817676bb678a" providerId="AD" clId="Web-{FEDAB472-89BD-B148-20B3-66F7B97E7332}"/>
    <pc:docChg chg="modSld">
      <pc:chgData name="REHAN SHERAWAT" userId="S::s.rehan@iitg.ac.in::f6214fa7-8b42-45d5-9dda-817676bb678a" providerId="AD" clId="Web-{FEDAB472-89BD-B148-20B3-66F7B97E7332}" dt="2024-04-21T13:23:26.237" v="0" actId="1076"/>
      <pc:docMkLst>
        <pc:docMk/>
      </pc:docMkLst>
      <pc:sldChg chg="modSp">
        <pc:chgData name="REHAN SHERAWAT" userId="S::s.rehan@iitg.ac.in::f6214fa7-8b42-45d5-9dda-817676bb678a" providerId="AD" clId="Web-{FEDAB472-89BD-B148-20B3-66F7B97E7332}" dt="2024-04-21T13:23:26.237" v="0" actId="1076"/>
        <pc:sldMkLst>
          <pc:docMk/>
          <pc:sldMk cId="1759334408" sldId="260"/>
        </pc:sldMkLst>
        <pc:picChg chg="mod">
          <ac:chgData name="REHAN SHERAWAT" userId="S::s.rehan@iitg.ac.in::f6214fa7-8b42-45d5-9dda-817676bb678a" providerId="AD" clId="Web-{FEDAB472-89BD-B148-20B3-66F7B97E7332}" dt="2024-04-21T13:23:26.237" v="0" actId="1076"/>
          <ac:picMkLst>
            <pc:docMk/>
            <pc:sldMk cId="1759334408" sldId="260"/>
            <ac:picMk id="6" creationId="{00000000-0000-0000-0000-000000000000}"/>
          </ac:picMkLst>
        </pc:picChg>
        <pc:cxnChg chg="mod">
          <ac:chgData name="REHAN SHERAWAT" userId="S::s.rehan@iitg.ac.in::f6214fa7-8b42-45d5-9dda-817676bb678a" providerId="AD" clId="Web-{FEDAB472-89BD-B148-20B3-66F7B97E7332}" dt="2024-04-21T13:23:26.237" v="0" actId="1076"/>
          <ac:cxnSpMkLst>
            <pc:docMk/>
            <pc:sldMk cId="1759334408" sldId="260"/>
            <ac:cxnSpMk id="12" creationId="{00000000-0000-0000-0000-000000000000}"/>
          </ac:cxnSpMkLst>
        </pc:cxnChg>
        <pc:cxnChg chg="mod">
          <ac:chgData name="REHAN SHERAWAT" userId="S::s.rehan@iitg.ac.in::f6214fa7-8b42-45d5-9dda-817676bb678a" providerId="AD" clId="Web-{FEDAB472-89BD-B148-20B3-66F7B97E7332}" dt="2024-04-21T13:23:26.237" v="0" actId="1076"/>
          <ac:cxnSpMkLst>
            <pc:docMk/>
            <pc:sldMk cId="1759334408" sldId="260"/>
            <ac:cxnSpMk id="13" creationId="{00000000-0000-0000-0000-00000000000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7D39281-C699-4F0A-BB2E-CC2525B3BD08}"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460695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D39281-C699-4F0A-BB2E-CC2525B3BD08}"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1342118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7D39281-C699-4F0A-BB2E-CC2525B3BD08}"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1749397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7D39281-C699-4F0A-BB2E-CC2525B3BD08}" type="datetimeFigureOut">
              <a:rPr lang="en-IN" smtClean="0"/>
              <a:t>24-04-2024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2552890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7D39281-C699-4F0A-BB2E-CC2525B3BD08}" type="datetimeFigureOut">
              <a:rPr lang="en-IN" smtClean="0"/>
              <a:t>24-04-2024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575374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7D39281-C699-4F0A-BB2E-CC2525B3BD08}" type="datetimeFigureOut">
              <a:rPr lang="en-IN" smtClean="0"/>
              <a:t>24-04-2024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647394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D39281-C699-4F0A-BB2E-CC2525B3BD08}" type="datetimeFigureOut">
              <a:rPr lang="en-IN" smtClean="0"/>
              <a:t>24-04-2024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168668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7D39281-C699-4F0A-BB2E-CC2525B3BD08}" type="datetimeFigureOut">
              <a:rPr lang="en-IN" smtClean="0"/>
              <a:t>24-04-2024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2204015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7D39281-C699-4F0A-BB2E-CC2525B3BD08}" type="datetimeFigureOut">
              <a:rPr lang="en-IN" smtClean="0"/>
              <a:t>24-04-2024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256667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D39281-C699-4F0A-BB2E-CC2525B3BD08}"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17831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7D39281-C699-4F0A-BB2E-CC2525B3BD08}"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460D1D-02BD-4D97-9171-DADAB3118295}" type="slidenum">
              <a:rPr lang="en-IN" smtClean="0"/>
              <a:t>‹#›</a:t>
            </a:fld>
            <a:endParaRPr lang="en-IN"/>
          </a:p>
        </p:txBody>
      </p:sp>
    </p:spTree>
    <p:extLst>
      <p:ext uri="{BB962C8B-B14F-4D97-AF65-F5344CB8AC3E}">
        <p14:creationId xmlns:p14="http://schemas.microsoft.com/office/powerpoint/2010/main" val="3287662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D39281-C699-4F0A-BB2E-CC2525B3BD08}" type="datetimeFigureOut">
              <a:rPr lang="en-IN" smtClean="0"/>
              <a:t>24-04-2024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460D1D-02BD-4D97-9171-DADAB3118295}" type="slidenum">
              <a:rPr lang="en-IN" smtClean="0"/>
              <a:t>‹#›</a:t>
            </a:fld>
            <a:endParaRPr lang="en-IN"/>
          </a:p>
        </p:txBody>
      </p:sp>
    </p:spTree>
    <p:extLst>
      <p:ext uri="{BB962C8B-B14F-4D97-AF65-F5344CB8AC3E}">
        <p14:creationId xmlns:p14="http://schemas.microsoft.com/office/powerpoint/2010/main" val="2647704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D1512A-E070-4158-9814-70E30EB5FA3C}"/>
              </a:ext>
            </a:extLst>
          </p:cNvPr>
          <p:cNvSpPr txBox="1"/>
          <p:nvPr/>
        </p:nvSpPr>
        <p:spPr>
          <a:xfrm>
            <a:off x="3039778" y="5642362"/>
            <a:ext cx="1673856" cy="707886"/>
          </a:xfrm>
          <a:prstGeom prst="rect">
            <a:avLst/>
          </a:prstGeom>
        </p:spPr>
        <p:style>
          <a:lnRef idx="2">
            <a:schemeClr val="accent1"/>
          </a:lnRef>
          <a:fillRef idx="1">
            <a:schemeClr val="lt1"/>
          </a:fillRef>
          <a:effectRef idx="0">
            <a:schemeClr val="accent1"/>
          </a:effectRef>
          <a:fontRef idx="minor">
            <a:schemeClr val="dk1"/>
          </a:fontRef>
        </p:style>
        <p:txBody>
          <a:bodyPr wrap="none" lIns="91440" tIns="45720" rIns="91440" bIns="45720" rtlCol="0" anchor="t">
            <a:spAutoFit/>
          </a:bodyPr>
          <a:lstStyle/>
          <a:p>
            <a:r>
              <a:rPr lang="en-IN" sz="4000" b="1">
                <a:solidFill>
                  <a:schemeClr val="accent1">
                    <a:lumMod val="75000"/>
                  </a:schemeClr>
                </a:solidFill>
              </a:rPr>
              <a:t>vision?</a:t>
            </a:r>
            <a:endParaRPr lang="en-IN">
              <a:solidFill>
                <a:schemeClr val="accent1">
                  <a:lumMod val="75000"/>
                </a:schemeClr>
              </a:solidFill>
            </a:endParaRPr>
          </a:p>
        </p:txBody>
      </p:sp>
      <p:pic>
        <p:nvPicPr>
          <p:cNvPr id="1026" name="Picture 2" descr="diopter : Learn about Units: Hitachi High-Tech">
            <a:extLst>
              <a:ext uri="{FF2B5EF4-FFF2-40B4-BE49-F238E27FC236}">
                <a16:creationId xmlns:a16="http://schemas.microsoft.com/office/drawing/2014/main" id="{4089CA87-6BA5-4848-A198-E64C221F1E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998"/>
          <a:stretch/>
        </p:blipFill>
        <p:spPr bwMode="auto">
          <a:xfrm>
            <a:off x="4333319" y="1753897"/>
            <a:ext cx="3813153" cy="3642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A8ADB46-A148-425F-A3B5-437FF80F554E}"/>
              </a:ext>
            </a:extLst>
          </p:cNvPr>
          <p:cNvSpPr txBox="1"/>
          <p:nvPr/>
        </p:nvSpPr>
        <p:spPr>
          <a:xfrm>
            <a:off x="451104" y="861377"/>
            <a:ext cx="11143488"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IN" sz="2000" b="1" err="1">
                <a:solidFill>
                  <a:srgbClr val="7030A0"/>
                </a:solidFill>
              </a:rPr>
              <a:t>Diopter</a:t>
            </a:r>
            <a:r>
              <a:rPr lang="en-IN" sz="2000" b="1">
                <a:solidFill>
                  <a:srgbClr val="7030A0"/>
                </a:solidFill>
              </a:rPr>
              <a:t> (D) is the reciprocal number of the focal length (measured in meter). It represents the refractive power (RP) of the lens. Convex lenses have a +</a:t>
            </a:r>
            <a:r>
              <a:rPr lang="en-IN" sz="2000" b="1" err="1">
                <a:solidFill>
                  <a:srgbClr val="7030A0"/>
                </a:solidFill>
              </a:rPr>
              <a:t>ve</a:t>
            </a:r>
            <a:r>
              <a:rPr lang="en-IN" sz="2000" b="1">
                <a:solidFill>
                  <a:srgbClr val="7030A0"/>
                </a:solidFill>
              </a:rPr>
              <a:t> </a:t>
            </a:r>
            <a:r>
              <a:rPr lang="en-IN" sz="2000" b="1" err="1">
                <a:solidFill>
                  <a:srgbClr val="7030A0"/>
                </a:solidFill>
              </a:rPr>
              <a:t>diopter</a:t>
            </a:r>
            <a:r>
              <a:rPr lang="en-IN" sz="2000" b="1">
                <a:solidFill>
                  <a:srgbClr val="7030A0"/>
                </a:solidFill>
              </a:rPr>
              <a:t>, whereas concave lenses have –</a:t>
            </a:r>
            <a:r>
              <a:rPr lang="en-IN" sz="2000" b="1" err="1">
                <a:solidFill>
                  <a:srgbClr val="7030A0"/>
                </a:solidFill>
              </a:rPr>
              <a:t>ve</a:t>
            </a:r>
            <a:r>
              <a:rPr lang="en-IN" sz="2000" b="1">
                <a:solidFill>
                  <a:srgbClr val="7030A0"/>
                </a:solidFill>
              </a:rPr>
              <a:t> </a:t>
            </a:r>
            <a:r>
              <a:rPr lang="en-IN" sz="2000" b="1" err="1">
                <a:solidFill>
                  <a:srgbClr val="7030A0"/>
                </a:solidFill>
              </a:rPr>
              <a:t>diopter</a:t>
            </a:r>
            <a:r>
              <a:rPr lang="en-IN" sz="2000" b="1">
                <a:solidFill>
                  <a:srgbClr val="7030A0"/>
                </a:solidFill>
              </a:rPr>
              <a:t>.</a:t>
            </a:r>
          </a:p>
        </p:txBody>
      </p:sp>
      <p:sp>
        <p:nvSpPr>
          <p:cNvPr id="8" name="TextBox 7">
            <a:extLst>
              <a:ext uri="{FF2B5EF4-FFF2-40B4-BE49-F238E27FC236}">
                <a16:creationId xmlns:a16="http://schemas.microsoft.com/office/drawing/2014/main" id="{247699B4-7779-48FD-B146-03F791467BFE}"/>
              </a:ext>
            </a:extLst>
          </p:cNvPr>
          <p:cNvSpPr txBox="1"/>
          <p:nvPr/>
        </p:nvSpPr>
        <p:spPr>
          <a:xfrm>
            <a:off x="3752579" y="157371"/>
            <a:ext cx="4974632" cy="584775"/>
          </a:xfrm>
          <a:prstGeom prst="rect">
            <a:avLst/>
          </a:prstGeom>
          <a:noFill/>
        </p:spPr>
        <p:txBody>
          <a:bodyPr wrap="none" rtlCol="0">
            <a:spAutoFit/>
          </a:bodyPr>
          <a:lstStyle/>
          <a:p>
            <a:r>
              <a:rPr lang="en-IN" sz="3200"/>
              <a:t>Refractive Power (RP) of lens</a:t>
            </a:r>
          </a:p>
        </p:txBody>
      </p:sp>
    </p:spTree>
    <p:extLst>
      <p:ext uri="{BB962C8B-B14F-4D97-AF65-F5344CB8AC3E}">
        <p14:creationId xmlns:p14="http://schemas.microsoft.com/office/powerpoint/2010/main" val="1495182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82398" y="223030"/>
            <a:ext cx="9811532" cy="584775"/>
          </a:xfrm>
          <a:prstGeom prst="rect">
            <a:avLst/>
          </a:prstGeom>
          <a:noFill/>
        </p:spPr>
        <p:txBody>
          <a:bodyPr wrap="none" rtlCol="0">
            <a:spAutoFit/>
          </a:bodyPr>
          <a:lstStyle/>
          <a:p>
            <a:r>
              <a:rPr lang="en-IN" sz="3200"/>
              <a:t>Farsightedness (Hyperopia) and Nearsightedness (Myopia)</a:t>
            </a:r>
          </a:p>
        </p:txBody>
      </p:sp>
      <p:sp>
        <p:nvSpPr>
          <p:cNvPr id="7" name="TextBox 6"/>
          <p:cNvSpPr txBox="1"/>
          <p:nvPr/>
        </p:nvSpPr>
        <p:spPr>
          <a:xfrm>
            <a:off x="4505093" y="3287009"/>
            <a:ext cx="1127232" cy="369332"/>
          </a:xfrm>
          <a:prstGeom prst="rect">
            <a:avLst/>
          </a:prstGeom>
          <a:noFill/>
        </p:spPr>
        <p:txBody>
          <a:bodyPr wrap="none" rtlCol="0">
            <a:spAutoFit/>
          </a:bodyPr>
          <a:lstStyle/>
          <a:p>
            <a:r>
              <a:rPr lang="en-IN"/>
              <a:t>hyperopia</a:t>
            </a:r>
          </a:p>
        </p:txBody>
      </p:sp>
      <p:sp>
        <p:nvSpPr>
          <p:cNvPr id="8" name="TextBox 7"/>
          <p:cNvSpPr txBox="1"/>
          <p:nvPr/>
        </p:nvSpPr>
        <p:spPr>
          <a:xfrm>
            <a:off x="9887407" y="3294446"/>
            <a:ext cx="873381" cy="369332"/>
          </a:xfrm>
          <a:prstGeom prst="rect">
            <a:avLst/>
          </a:prstGeom>
          <a:noFill/>
        </p:spPr>
        <p:txBody>
          <a:bodyPr wrap="none" lIns="91440" tIns="45720" rIns="91440" bIns="45720" rtlCol="0" anchor="t">
            <a:spAutoFit/>
          </a:bodyPr>
          <a:lstStyle/>
          <a:p>
            <a:r>
              <a:rPr lang="en-IN"/>
              <a:t>myopia</a:t>
            </a:r>
          </a:p>
        </p:txBody>
      </p:sp>
      <p:sp>
        <p:nvSpPr>
          <p:cNvPr id="9" name="TextBox 8"/>
          <p:cNvSpPr txBox="1"/>
          <p:nvPr/>
        </p:nvSpPr>
        <p:spPr>
          <a:xfrm>
            <a:off x="4505093" y="6135545"/>
            <a:ext cx="1146339" cy="369332"/>
          </a:xfrm>
          <a:prstGeom prst="rect">
            <a:avLst/>
          </a:prstGeom>
          <a:noFill/>
        </p:spPr>
        <p:txBody>
          <a:bodyPr wrap="none" rtlCol="0">
            <a:spAutoFit/>
          </a:bodyPr>
          <a:lstStyle/>
          <a:p>
            <a:r>
              <a:rPr lang="en-IN"/>
              <a:t>correction</a:t>
            </a:r>
          </a:p>
        </p:txBody>
      </p:sp>
      <p:sp>
        <p:nvSpPr>
          <p:cNvPr id="10" name="TextBox 9"/>
          <p:cNvSpPr txBox="1"/>
          <p:nvPr/>
        </p:nvSpPr>
        <p:spPr>
          <a:xfrm>
            <a:off x="9719405" y="6135545"/>
            <a:ext cx="1146339" cy="369332"/>
          </a:xfrm>
          <a:prstGeom prst="rect">
            <a:avLst/>
          </a:prstGeom>
          <a:noFill/>
        </p:spPr>
        <p:txBody>
          <a:bodyPr wrap="none" rtlCol="0">
            <a:spAutoFit/>
          </a:bodyPr>
          <a:lstStyle/>
          <a:p>
            <a:r>
              <a:rPr lang="en-IN"/>
              <a:t>correction</a:t>
            </a:r>
          </a:p>
        </p:txBody>
      </p:sp>
      <p:cxnSp>
        <p:nvCxnSpPr>
          <p:cNvPr id="12" name="Straight Connector 11"/>
          <p:cNvCxnSpPr/>
          <p:nvPr/>
        </p:nvCxnSpPr>
        <p:spPr>
          <a:xfrm>
            <a:off x="6077415" y="981307"/>
            <a:ext cx="0" cy="5523570"/>
          </a:xfrm>
          <a:prstGeom prst="line">
            <a:avLst/>
          </a:prstGeom>
        </p:spPr>
        <p:style>
          <a:lnRef idx="3">
            <a:schemeClr val="accent4"/>
          </a:lnRef>
          <a:fillRef idx="0">
            <a:schemeClr val="accent4"/>
          </a:fillRef>
          <a:effectRef idx="2">
            <a:schemeClr val="accent4"/>
          </a:effectRef>
          <a:fontRef idx="minor">
            <a:schemeClr val="tx1"/>
          </a:fontRef>
        </p:style>
      </p:cxnSp>
      <p:pic>
        <p:nvPicPr>
          <p:cNvPr id="2" name="Picture 1" descr="A diagram of the eyeball&#10;&#10;Description automatically generated">
            <a:extLst>
              <a:ext uri="{FF2B5EF4-FFF2-40B4-BE49-F238E27FC236}">
                <a16:creationId xmlns:a16="http://schemas.microsoft.com/office/drawing/2014/main" id="{424BC2FF-461D-E736-F23C-AB9722D4BAA5}"/>
              </a:ext>
            </a:extLst>
          </p:cNvPr>
          <p:cNvPicPr>
            <a:picLocks noChangeAspect="1"/>
          </p:cNvPicPr>
          <p:nvPr/>
        </p:nvPicPr>
        <p:blipFill rotWithShape="1">
          <a:blip r:embed="rId2"/>
          <a:srcRect l="-41589" t="-4345" r="-32423" b="-16543"/>
          <a:stretch/>
        </p:blipFill>
        <p:spPr>
          <a:xfrm>
            <a:off x="2983044" y="985865"/>
            <a:ext cx="6082903" cy="5837917"/>
          </a:xfrm>
          <a:prstGeom prst="rect">
            <a:avLst/>
          </a:prstGeom>
        </p:spPr>
      </p:pic>
    </p:spTree>
    <p:extLst>
      <p:ext uri="{BB962C8B-B14F-4D97-AF65-F5344CB8AC3E}">
        <p14:creationId xmlns:p14="http://schemas.microsoft.com/office/powerpoint/2010/main" val="2296117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18838" y="1234211"/>
            <a:ext cx="9876264" cy="1477328"/>
          </a:xfrm>
          <a:prstGeom prst="rect">
            <a:avLst/>
          </a:prstGeom>
        </p:spPr>
        <p:txBody>
          <a:bodyPr wrap="square">
            <a:spAutoFit/>
          </a:bodyPr>
          <a:lstStyle/>
          <a:p>
            <a:r>
              <a:rPr lang="en-IN" b="1" i="0">
                <a:solidFill>
                  <a:srgbClr val="333333"/>
                </a:solidFill>
                <a:effectLst/>
                <a:latin typeface="Helvetica Neue"/>
              </a:rPr>
              <a:t>What is hyperopia?</a:t>
            </a:r>
          </a:p>
          <a:p>
            <a:endParaRPr lang="en-IN" b="0" i="0">
              <a:solidFill>
                <a:srgbClr val="333333"/>
              </a:solidFill>
              <a:effectLst/>
              <a:latin typeface="Helvetica Neue"/>
            </a:endParaRPr>
          </a:p>
          <a:p>
            <a:r>
              <a:rPr lang="en-IN" b="0" i="0">
                <a:solidFill>
                  <a:srgbClr val="333333"/>
                </a:solidFill>
                <a:effectLst/>
                <a:latin typeface="Helvetica Neue"/>
              </a:rPr>
              <a:t>Hyperopia, also known as farsightedness, is a common type of refractive error where distant objects may be seen more clearly than objects that are </a:t>
            </a:r>
            <a:r>
              <a:rPr lang="en-IN">
                <a:solidFill>
                  <a:srgbClr val="333333"/>
                </a:solidFill>
                <a:latin typeface="Helvetica Neue"/>
              </a:rPr>
              <a:t>near. For people with significant hyperopia, vision can be blurry for objects at any distance, near or far.</a:t>
            </a:r>
          </a:p>
        </p:txBody>
      </p:sp>
      <p:sp>
        <p:nvSpPr>
          <p:cNvPr id="5" name="Rectangle 4"/>
          <p:cNvSpPr/>
          <p:nvPr/>
        </p:nvSpPr>
        <p:spPr>
          <a:xfrm>
            <a:off x="1118838" y="3138169"/>
            <a:ext cx="9876264" cy="1477328"/>
          </a:xfrm>
          <a:prstGeom prst="rect">
            <a:avLst/>
          </a:prstGeom>
        </p:spPr>
        <p:txBody>
          <a:bodyPr wrap="square">
            <a:spAutoFit/>
          </a:bodyPr>
          <a:lstStyle/>
          <a:p>
            <a:r>
              <a:rPr lang="en-IN" b="1" i="0">
                <a:solidFill>
                  <a:srgbClr val="333333"/>
                </a:solidFill>
                <a:effectLst/>
                <a:latin typeface="Helvetica Neue"/>
              </a:rPr>
              <a:t>What is myopia?</a:t>
            </a:r>
          </a:p>
          <a:p>
            <a:endParaRPr lang="en-IN" b="0" i="0">
              <a:solidFill>
                <a:srgbClr val="333333"/>
              </a:solidFill>
              <a:effectLst/>
              <a:latin typeface="Helvetica Neue"/>
            </a:endParaRPr>
          </a:p>
          <a:p>
            <a:r>
              <a:rPr lang="en-IN" b="0" i="0">
                <a:solidFill>
                  <a:srgbClr val="333333"/>
                </a:solidFill>
                <a:effectLst/>
                <a:latin typeface="Helvetica Neue"/>
              </a:rPr>
              <a:t>Otherwise known as nearsightedness, myopia occurs when the eye grows too long from front to back. Instead of focusing images on the retina, the lens of the eye focuses the image in front of the retina. People with myopia have good near vision but poor distance vision.</a:t>
            </a:r>
          </a:p>
        </p:txBody>
      </p:sp>
      <p:sp>
        <p:nvSpPr>
          <p:cNvPr id="6" name="TextBox 5"/>
          <p:cNvSpPr txBox="1"/>
          <p:nvPr/>
        </p:nvSpPr>
        <p:spPr>
          <a:xfrm>
            <a:off x="4917696" y="289938"/>
            <a:ext cx="1994072" cy="584775"/>
          </a:xfrm>
          <a:prstGeom prst="rect">
            <a:avLst/>
          </a:prstGeom>
          <a:noFill/>
        </p:spPr>
        <p:txBody>
          <a:bodyPr wrap="none" rtlCol="0">
            <a:spAutoFit/>
          </a:bodyPr>
          <a:lstStyle/>
          <a:p>
            <a:r>
              <a:rPr lang="en-IN" sz="3200"/>
              <a:t>Definitions</a:t>
            </a:r>
          </a:p>
        </p:txBody>
      </p:sp>
      <p:sp>
        <p:nvSpPr>
          <p:cNvPr id="7" name="TextBox 6"/>
          <p:cNvSpPr txBox="1"/>
          <p:nvPr/>
        </p:nvSpPr>
        <p:spPr>
          <a:xfrm>
            <a:off x="3833136" y="5285680"/>
            <a:ext cx="4163191" cy="1123384"/>
          </a:xfrm>
          <a:prstGeom prst="rect">
            <a:avLst/>
          </a:prstGeom>
          <a:solidFill>
            <a:schemeClr val="accent4">
              <a:lumMod val="60000"/>
              <a:lumOff val="40000"/>
            </a:schemeClr>
          </a:solidFill>
        </p:spPr>
        <p:txBody>
          <a:bodyPr wrap="none" lIns="91440" tIns="45720" rIns="91440" bIns="45720" rtlCol="0" anchor="t">
            <a:spAutoFit/>
          </a:bodyPr>
          <a:lstStyle/>
          <a:p>
            <a:r>
              <a:rPr lang="en-IN" sz="2800">
                <a:solidFill>
                  <a:srgbClr val="7030A0"/>
                </a:solidFill>
                <a:effectLst>
                  <a:outerShdw blurRad="50800" dist="38100" dir="8100000" algn="tr" rotWithShape="0">
                    <a:prstClr val="black">
                      <a:alpha val="40000"/>
                    </a:prstClr>
                  </a:outerShdw>
                </a:effectLst>
              </a:rPr>
              <a:t>What is binocular vision???</a:t>
            </a:r>
          </a:p>
          <a:p>
            <a:endParaRPr lang="en-IN" sz="1100">
              <a:solidFill>
                <a:srgbClr val="111111"/>
              </a:solidFill>
              <a:effectLst>
                <a:outerShdw blurRad="50800" dist="38100" dir="8100000" algn="tr" rotWithShape="0">
                  <a:prstClr val="black">
                    <a:alpha val="40000"/>
                  </a:prstClr>
                </a:outerShdw>
              </a:effectLst>
              <a:latin typeface="Roboto"/>
              <a:ea typeface="Roboto"/>
              <a:cs typeface="Roboto"/>
            </a:endParaRPr>
          </a:p>
          <a:p>
            <a:endParaRPr lang="en-IN" sz="2800">
              <a:solidFill>
                <a:srgbClr val="7030A0"/>
              </a:solidFill>
              <a:effectLst>
                <a:outerShdw blurRad="50800" dist="38100" dir="8100000" algn="tr" rotWithShape="0">
                  <a:prstClr val="black">
                    <a:alpha val="40000"/>
                  </a:prstClr>
                </a:outerShdw>
              </a:effectLst>
              <a:cs typeface="Calibri"/>
            </a:endParaRPr>
          </a:p>
        </p:txBody>
      </p:sp>
    </p:spTree>
    <p:extLst>
      <p:ext uri="{BB962C8B-B14F-4D97-AF65-F5344CB8AC3E}">
        <p14:creationId xmlns:p14="http://schemas.microsoft.com/office/powerpoint/2010/main" val="37128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75222" y="323392"/>
            <a:ext cx="7177414" cy="584775"/>
          </a:xfrm>
          <a:prstGeom prst="rect">
            <a:avLst/>
          </a:prstGeom>
          <a:noFill/>
        </p:spPr>
        <p:txBody>
          <a:bodyPr wrap="none" rtlCol="0">
            <a:spAutoFit/>
          </a:bodyPr>
          <a:lstStyle/>
          <a:p>
            <a:r>
              <a:rPr lang="en-IN" sz="3200"/>
              <a:t>Fluid System of the EYE – Intraocular Fluid</a:t>
            </a:r>
          </a:p>
        </p:txBody>
      </p:sp>
      <p:sp>
        <p:nvSpPr>
          <p:cNvPr id="5" name="TextBox 4"/>
          <p:cNvSpPr txBox="1"/>
          <p:nvPr/>
        </p:nvSpPr>
        <p:spPr>
          <a:xfrm>
            <a:off x="611180" y="1103971"/>
            <a:ext cx="6457897" cy="1200329"/>
          </a:xfrm>
          <a:prstGeom prst="rect">
            <a:avLst/>
          </a:prstGeom>
          <a:noFill/>
        </p:spPr>
        <p:txBody>
          <a:bodyPr wrap="square" rtlCol="0">
            <a:spAutoFit/>
          </a:bodyPr>
          <a:lstStyle/>
          <a:p>
            <a:pPr marL="285750" indent="-285750">
              <a:buFont typeface="Wingdings" panose="05000000000000000000" pitchFamily="2" charset="2"/>
              <a:buChar char="ü"/>
            </a:pPr>
            <a:r>
              <a:rPr lang="en-IN"/>
              <a:t>Keeps the eyeball round and distended by maintaining pressure.</a:t>
            </a:r>
          </a:p>
          <a:p>
            <a:pPr marL="285750" indent="-285750">
              <a:buFont typeface="Wingdings" panose="05000000000000000000" pitchFamily="2" charset="2"/>
              <a:buChar char="ü"/>
            </a:pPr>
            <a:endParaRPr lang="en-IN"/>
          </a:p>
          <a:p>
            <a:pPr marL="285750" indent="-285750">
              <a:buFont typeface="Wingdings" panose="05000000000000000000" pitchFamily="2" charset="2"/>
              <a:buChar char="ü"/>
            </a:pPr>
            <a:r>
              <a:rPr lang="en-IN"/>
              <a:t>Two chambers – Aqueous and Vitreous.</a:t>
            </a:r>
          </a:p>
          <a:p>
            <a:pPr marL="285750" indent="-285750">
              <a:buFont typeface="Wingdings" panose="05000000000000000000" pitchFamily="2" charset="2"/>
              <a:buChar char="ü"/>
            </a:pPr>
            <a:endParaRPr lang="en-IN"/>
          </a:p>
        </p:txBody>
      </p:sp>
      <p:sp>
        <p:nvSpPr>
          <p:cNvPr id="6" name="Rectangle 5"/>
          <p:cNvSpPr/>
          <p:nvPr/>
        </p:nvSpPr>
        <p:spPr>
          <a:xfrm>
            <a:off x="613782" y="2356053"/>
            <a:ext cx="6096000" cy="1200329"/>
          </a:xfrm>
          <a:prstGeom prst="rect">
            <a:avLst/>
          </a:prstGeom>
        </p:spPr>
        <p:txBody>
          <a:bodyPr>
            <a:spAutoFit/>
          </a:bodyPr>
          <a:lstStyle/>
          <a:p>
            <a:pPr marL="285750" indent="-285750">
              <a:buFont typeface="Wingdings" panose="05000000000000000000" pitchFamily="2" charset="2"/>
              <a:buChar char="§"/>
            </a:pPr>
            <a:r>
              <a:rPr lang="en-IN"/>
              <a:t>Aqueous humor – free flowing fluid in front of the lens.</a:t>
            </a:r>
          </a:p>
          <a:p>
            <a:endParaRPr lang="en-IN"/>
          </a:p>
          <a:p>
            <a:pPr marL="285750" indent="-285750">
              <a:buFont typeface="Wingdings" panose="05000000000000000000" pitchFamily="2" charset="2"/>
              <a:buChar char="§"/>
            </a:pPr>
            <a:r>
              <a:rPr lang="en-IN"/>
              <a:t>Vitreous humor – gelatinous mass with little flow of fluid at the back of the lens.</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b="17126"/>
          <a:stretch/>
        </p:blipFill>
        <p:spPr>
          <a:xfrm>
            <a:off x="6865899" y="2304300"/>
            <a:ext cx="5326101" cy="3313914"/>
          </a:xfrm>
          <a:prstGeom prst="rect">
            <a:avLst/>
          </a:prstGeom>
          <a:ln>
            <a:solidFill>
              <a:schemeClr val="accent1"/>
            </a:solidFill>
          </a:ln>
        </p:spPr>
      </p:pic>
      <p:cxnSp>
        <p:nvCxnSpPr>
          <p:cNvPr id="9" name="Straight Connector 8"/>
          <p:cNvCxnSpPr/>
          <p:nvPr/>
        </p:nvCxnSpPr>
        <p:spPr>
          <a:xfrm flipH="1" flipV="1">
            <a:off x="873208" y="959100"/>
            <a:ext cx="5867376" cy="9457"/>
          </a:xfrm>
          <a:prstGeom prst="line">
            <a:avLst/>
          </a:prstGeom>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p:nvPicPr>
        <p:blipFill rotWithShape="1">
          <a:blip r:embed="rId3">
            <a:extLst>
              <a:ext uri="{28A0092B-C50C-407E-A947-70E740481C1C}">
                <a14:useLocalDpi xmlns:a14="http://schemas.microsoft.com/office/drawing/2010/main" val="0"/>
              </a:ext>
            </a:extLst>
          </a:blip>
          <a:srcRect t="4426" b="11761"/>
          <a:stretch/>
        </p:blipFill>
        <p:spPr>
          <a:xfrm>
            <a:off x="598848" y="3560004"/>
            <a:ext cx="6113114" cy="2928396"/>
          </a:xfrm>
          <a:prstGeom prst="rect">
            <a:avLst/>
          </a:prstGeom>
          <a:solidFill>
            <a:srgbClr val="00B050"/>
          </a:solidFill>
          <a:ln>
            <a:solidFill>
              <a:schemeClr val="accent1"/>
            </a:solidFill>
          </a:ln>
        </p:spPr>
      </p:pic>
    </p:spTree>
    <p:extLst>
      <p:ext uri="{BB962C8B-B14F-4D97-AF65-F5344CB8AC3E}">
        <p14:creationId xmlns:p14="http://schemas.microsoft.com/office/powerpoint/2010/main" val="1412442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23385" y="339086"/>
            <a:ext cx="3155607" cy="584775"/>
          </a:xfrm>
          <a:prstGeom prst="rect">
            <a:avLst/>
          </a:prstGeom>
        </p:spPr>
        <p:txBody>
          <a:bodyPr wrap="none">
            <a:spAutoFit/>
          </a:bodyPr>
          <a:lstStyle/>
          <a:p>
            <a:r>
              <a:rPr lang="en-IN" sz="3200"/>
              <a:t>Ocular tonometry</a:t>
            </a:r>
          </a:p>
        </p:txBody>
      </p:sp>
      <p:sp>
        <p:nvSpPr>
          <p:cNvPr id="5" name="TextBox 4"/>
          <p:cNvSpPr txBox="1"/>
          <p:nvPr/>
        </p:nvSpPr>
        <p:spPr>
          <a:xfrm>
            <a:off x="1365813" y="1261636"/>
            <a:ext cx="8525154" cy="1477328"/>
          </a:xfrm>
          <a:prstGeom prst="rect">
            <a:avLst/>
          </a:prstGeom>
          <a:noFill/>
        </p:spPr>
        <p:txBody>
          <a:bodyPr wrap="none" rtlCol="0">
            <a:spAutoFit/>
          </a:bodyPr>
          <a:lstStyle/>
          <a:p>
            <a:pPr marL="285750" indent="-285750">
              <a:buFont typeface="Wingdings" panose="05000000000000000000" pitchFamily="2" charset="2"/>
              <a:buChar char="q"/>
            </a:pPr>
            <a:r>
              <a:rPr lang="en-IN"/>
              <a:t>Procedure to measure intraocular pressure (IOP), i.e. the fluid pressure inside the eye.</a:t>
            </a:r>
          </a:p>
          <a:p>
            <a:pPr marL="285750" indent="-285750">
              <a:buFont typeface="Wingdings" panose="05000000000000000000" pitchFamily="2" charset="2"/>
              <a:buChar char="q"/>
            </a:pPr>
            <a:endParaRPr lang="en-IN"/>
          </a:p>
          <a:p>
            <a:pPr marL="285750" indent="-285750">
              <a:buFont typeface="Wingdings" panose="05000000000000000000" pitchFamily="2" charset="2"/>
              <a:buChar char="q"/>
            </a:pPr>
            <a:r>
              <a:rPr lang="en-IN"/>
              <a:t>Important test to evaluate the risk of glaucoma.</a:t>
            </a:r>
          </a:p>
          <a:p>
            <a:pPr marL="285750" indent="-285750">
              <a:buFont typeface="Wingdings" panose="05000000000000000000" pitchFamily="2" charset="2"/>
              <a:buChar char="q"/>
            </a:pPr>
            <a:endParaRPr lang="en-IN"/>
          </a:p>
          <a:p>
            <a:pPr marL="285750" indent="-285750">
              <a:buFont typeface="Wingdings" panose="05000000000000000000" pitchFamily="2" charset="2"/>
              <a:buChar char="q"/>
            </a:pPr>
            <a:r>
              <a:rPr lang="en-IN"/>
              <a:t>Different types of tonometers are available based on various techniques.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8091" y="3260621"/>
            <a:ext cx="3418390" cy="30801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4406" y="3260621"/>
            <a:ext cx="2887227" cy="28872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TextBox 7"/>
          <p:cNvSpPr txBox="1"/>
          <p:nvPr/>
        </p:nvSpPr>
        <p:spPr>
          <a:xfrm>
            <a:off x="8746004" y="4957244"/>
            <a:ext cx="2835797" cy="1477328"/>
          </a:xfrm>
          <a:prstGeom prst="rect">
            <a:avLst/>
          </a:prstGeom>
          <a:solidFill>
            <a:schemeClr val="accent4">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IN" b="1"/>
              <a:t>What is tonometer?</a:t>
            </a:r>
          </a:p>
          <a:p>
            <a:endParaRPr lang="en-IN"/>
          </a:p>
          <a:p>
            <a:r>
              <a:rPr lang="en-IN"/>
              <a:t>Tonometer is a device that measures intraocular pressure (IOP).</a:t>
            </a:r>
          </a:p>
        </p:txBody>
      </p:sp>
    </p:spTree>
    <p:extLst>
      <p:ext uri="{BB962C8B-B14F-4D97-AF65-F5344CB8AC3E}">
        <p14:creationId xmlns:p14="http://schemas.microsoft.com/office/powerpoint/2010/main" val="2929289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58801" y="185999"/>
            <a:ext cx="1864421" cy="584775"/>
          </a:xfrm>
          <a:prstGeom prst="rect">
            <a:avLst/>
          </a:prstGeom>
        </p:spPr>
        <p:txBody>
          <a:bodyPr wrap="none">
            <a:spAutoFit/>
          </a:bodyPr>
          <a:lstStyle/>
          <a:p>
            <a:r>
              <a:rPr lang="en-IN" sz="3200"/>
              <a:t>Glaucoma</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0372" y="475532"/>
            <a:ext cx="2881075" cy="1935865"/>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b="22159"/>
          <a:stretch/>
        </p:blipFill>
        <p:spPr>
          <a:xfrm>
            <a:off x="6597919" y="2746861"/>
            <a:ext cx="4950518" cy="4130943"/>
          </a:xfrm>
          <a:prstGeom prst="rect">
            <a:avLst/>
          </a:prstGeom>
          <a:ln>
            <a:solidFill>
              <a:srgbClr val="002060"/>
            </a:solidFill>
          </a:ln>
        </p:spPr>
      </p:pic>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b="9682"/>
          <a:stretch/>
        </p:blipFill>
        <p:spPr>
          <a:xfrm>
            <a:off x="406766" y="113871"/>
            <a:ext cx="4240364" cy="2870028"/>
          </a:xfrm>
          <a:prstGeom prst="rect">
            <a:avLst/>
          </a:prstGeom>
        </p:spPr>
      </p:pic>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b="5114"/>
          <a:stretch/>
        </p:blipFill>
        <p:spPr>
          <a:xfrm>
            <a:off x="887736" y="3450635"/>
            <a:ext cx="4652372" cy="3147781"/>
          </a:xfrm>
          <a:prstGeom prst="rect">
            <a:avLst/>
          </a:prstGeom>
          <a:ln>
            <a:solidFill>
              <a:srgbClr val="002060"/>
            </a:solidFill>
          </a:ln>
        </p:spPr>
      </p:pic>
      <p:cxnSp>
        <p:nvCxnSpPr>
          <p:cNvPr id="12" name="Straight Arrow Connector 11"/>
          <p:cNvCxnSpPr>
            <a:stCxn id="10" idx="3"/>
            <a:endCxn id="6" idx="1"/>
          </p:cNvCxnSpPr>
          <p:nvPr/>
        </p:nvCxnSpPr>
        <p:spPr>
          <a:xfrm flipV="1">
            <a:off x="5540108" y="4812333"/>
            <a:ext cx="1057811" cy="212193"/>
          </a:xfrm>
          <a:prstGeom prst="straightConnector1">
            <a:avLst/>
          </a:prstGeom>
          <a:ln w="66675">
            <a:solidFill>
              <a:srgbClr val="FF0000"/>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0"/>
            <a:endCxn id="5" idx="2"/>
          </p:cNvCxnSpPr>
          <p:nvPr/>
        </p:nvCxnSpPr>
        <p:spPr>
          <a:xfrm flipH="1" flipV="1">
            <a:off x="9050910" y="2411397"/>
            <a:ext cx="22268" cy="335464"/>
          </a:xfrm>
          <a:prstGeom prst="straightConnector1">
            <a:avLst/>
          </a:prstGeom>
          <a:ln w="66675">
            <a:solidFill>
              <a:srgbClr val="FF0000"/>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9334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77009" y="1982621"/>
            <a:ext cx="2643605" cy="369332"/>
          </a:xfrm>
          <a:prstGeom prst="rect">
            <a:avLst/>
          </a:prstGeom>
          <a:solidFill>
            <a:schemeClr val="accent4">
              <a:lumMod val="40000"/>
              <a:lumOff val="60000"/>
            </a:schemeClr>
          </a:solidFill>
          <a:ln>
            <a:solidFill>
              <a:srgbClr val="C00000"/>
            </a:solidFill>
          </a:ln>
        </p:spPr>
        <p:txBody>
          <a:bodyPr wrap="square">
            <a:spAutoFit/>
          </a:bodyPr>
          <a:lstStyle/>
          <a:p>
            <a:pPr algn="ctr"/>
            <a:r>
              <a:rPr lang="en-IN" b="1">
                <a:solidFill>
                  <a:schemeClr val="accent2">
                    <a:lumMod val="50000"/>
                  </a:schemeClr>
                </a:solidFill>
                <a:latin typeface="CIDFont+F1"/>
              </a:rPr>
              <a:t>Eye pressure rises</a:t>
            </a:r>
            <a:endParaRPr lang="en-IN" b="1">
              <a:solidFill>
                <a:schemeClr val="accent2">
                  <a:lumMod val="50000"/>
                </a:schemeClr>
              </a:solidFill>
            </a:endParaRPr>
          </a:p>
        </p:txBody>
      </p:sp>
      <p:sp>
        <p:nvSpPr>
          <p:cNvPr id="5" name="Rectangle 4"/>
          <p:cNvSpPr/>
          <p:nvPr/>
        </p:nvSpPr>
        <p:spPr>
          <a:xfrm>
            <a:off x="1164135" y="2880900"/>
            <a:ext cx="6233152" cy="369332"/>
          </a:xfrm>
          <a:prstGeom prst="rect">
            <a:avLst/>
          </a:prstGeom>
          <a:solidFill>
            <a:schemeClr val="accent4">
              <a:lumMod val="40000"/>
              <a:lumOff val="60000"/>
            </a:schemeClr>
          </a:solidFill>
          <a:ln>
            <a:solidFill>
              <a:srgbClr val="C00000"/>
            </a:solidFill>
          </a:ln>
        </p:spPr>
        <p:txBody>
          <a:bodyPr wrap="square">
            <a:spAutoFit/>
          </a:bodyPr>
          <a:lstStyle/>
          <a:p>
            <a:pPr algn="ctr"/>
            <a:r>
              <a:rPr lang="en-IN" b="1">
                <a:solidFill>
                  <a:schemeClr val="accent2">
                    <a:lumMod val="50000"/>
                  </a:schemeClr>
                </a:solidFill>
                <a:latin typeface="CIDFont+F1"/>
              </a:rPr>
              <a:t>The axons of the optic nerve are compressed</a:t>
            </a:r>
            <a:endParaRPr lang="en-IN" b="1">
              <a:solidFill>
                <a:schemeClr val="accent2">
                  <a:lumMod val="50000"/>
                </a:schemeClr>
              </a:solidFill>
            </a:endParaRPr>
          </a:p>
        </p:txBody>
      </p:sp>
      <p:sp>
        <p:nvSpPr>
          <p:cNvPr id="6" name="Rectangle 5"/>
          <p:cNvSpPr/>
          <p:nvPr/>
        </p:nvSpPr>
        <p:spPr>
          <a:xfrm>
            <a:off x="403418" y="3726988"/>
            <a:ext cx="9217067" cy="646331"/>
          </a:xfrm>
          <a:prstGeom prst="rect">
            <a:avLst/>
          </a:prstGeom>
          <a:solidFill>
            <a:schemeClr val="accent4">
              <a:lumMod val="40000"/>
              <a:lumOff val="60000"/>
            </a:schemeClr>
          </a:solidFill>
          <a:ln>
            <a:solidFill>
              <a:srgbClr val="C00000"/>
            </a:solidFill>
          </a:ln>
        </p:spPr>
        <p:txBody>
          <a:bodyPr wrap="square">
            <a:spAutoFit/>
          </a:bodyPr>
          <a:lstStyle/>
          <a:p>
            <a:pPr algn="ctr"/>
            <a:r>
              <a:rPr lang="en-IN" b="1">
                <a:solidFill>
                  <a:schemeClr val="accent2">
                    <a:lumMod val="50000"/>
                  </a:schemeClr>
                </a:solidFill>
                <a:latin typeface="CIDFont+F1"/>
              </a:rPr>
              <a:t>Block axonal flow of cytoplasm from the neuronal cell bodies in the retina to the extended optic nerve fibres entering the brain</a:t>
            </a:r>
            <a:endParaRPr lang="en-IN" b="1">
              <a:solidFill>
                <a:schemeClr val="accent2">
                  <a:lumMod val="50000"/>
                </a:schemeClr>
              </a:solidFill>
            </a:endParaRPr>
          </a:p>
        </p:txBody>
      </p:sp>
      <p:sp>
        <p:nvSpPr>
          <p:cNvPr id="7" name="Rectangle 6"/>
          <p:cNvSpPr/>
          <p:nvPr/>
        </p:nvSpPr>
        <p:spPr>
          <a:xfrm>
            <a:off x="1424642" y="4845238"/>
            <a:ext cx="5650998" cy="369332"/>
          </a:xfrm>
          <a:prstGeom prst="rect">
            <a:avLst/>
          </a:prstGeom>
          <a:solidFill>
            <a:schemeClr val="accent4">
              <a:lumMod val="40000"/>
              <a:lumOff val="60000"/>
            </a:schemeClr>
          </a:solidFill>
          <a:ln>
            <a:solidFill>
              <a:srgbClr val="C00000"/>
            </a:solidFill>
          </a:ln>
        </p:spPr>
        <p:txBody>
          <a:bodyPr wrap="square">
            <a:spAutoFit/>
          </a:bodyPr>
          <a:lstStyle/>
          <a:p>
            <a:pPr algn="ctr"/>
            <a:r>
              <a:rPr lang="en-IN" b="1">
                <a:solidFill>
                  <a:schemeClr val="accent2">
                    <a:lumMod val="50000"/>
                  </a:schemeClr>
                </a:solidFill>
                <a:latin typeface="CIDFont+F1"/>
              </a:rPr>
              <a:t>Lack of appropriate nutrition of the fibres</a:t>
            </a:r>
            <a:endParaRPr lang="en-IN" b="1">
              <a:solidFill>
                <a:schemeClr val="accent2">
                  <a:lumMod val="50000"/>
                </a:schemeClr>
              </a:solidFill>
            </a:endParaRPr>
          </a:p>
        </p:txBody>
      </p:sp>
      <p:sp>
        <p:nvSpPr>
          <p:cNvPr id="8" name="Rectangle 7"/>
          <p:cNvSpPr/>
          <p:nvPr/>
        </p:nvSpPr>
        <p:spPr>
          <a:xfrm>
            <a:off x="1672173" y="5701765"/>
            <a:ext cx="5218564" cy="379770"/>
          </a:xfrm>
          <a:prstGeom prst="rect">
            <a:avLst/>
          </a:prstGeom>
          <a:solidFill>
            <a:schemeClr val="accent4">
              <a:lumMod val="40000"/>
              <a:lumOff val="60000"/>
            </a:schemeClr>
          </a:solidFill>
          <a:ln>
            <a:solidFill>
              <a:srgbClr val="C00000"/>
            </a:solidFill>
          </a:ln>
        </p:spPr>
        <p:txBody>
          <a:bodyPr wrap="square">
            <a:spAutoFit/>
          </a:bodyPr>
          <a:lstStyle/>
          <a:p>
            <a:pPr algn="ctr"/>
            <a:r>
              <a:rPr lang="en-IN" b="1">
                <a:solidFill>
                  <a:schemeClr val="accent2">
                    <a:lumMod val="50000"/>
                  </a:schemeClr>
                </a:solidFill>
                <a:latin typeface="CIDFont+F1"/>
              </a:rPr>
              <a:t>Causes death of the involved fibres</a:t>
            </a:r>
            <a:endParaRPr lang="en-IN" b="1">
              <a:solidFill>
                <a:schemeClr val="accent2">
                  <a:lumMod val="50000"/>
                </a:schemeClr>
              </a:solidFill>
            </a:endParaRPr>
          </a:p>
        </p:txBody>
      </p:sp>
      <p:cxnSp>
        <p:nvCxnSpPr>
          <p:cNvPr id="10" name="Straight Arrow Connector 9"/>
          <p:cNvCxnSpPr>
            <a:cxnSpLocks/>
          </p:cNvCxnSpPr>
          <p:nvPr/>
        </p:nvCxnSpPr>
        <p:spPr>
          <a:xfrm>
            <a:off x="3957060" y="2351954"/>
            <a:ext cx="26095" cy="518509"/>
          </a:xfrm>
          <a:prstGeom prst="straightConnector1">
            <a:avLst/>
          </a:prstGeom>
          <a:ln w="47625">
            <a:tailEnd type="triangle"/>
          </a:ln>
        </p:spPr>
        <p:style>
          <a:lnRef idx="2">
            <a:schemeClr val="accent2"/>
          </a:lnRef>
          <a:fillRef idx="0">
            <a:schemeClr val="accent2"/>
          </a:fillRef>
          <a:effectRef idx="1">
            <a:schemeClr val="accent2"/>
          </a:effectRef>
          <a:fontRef idx="minor">
            <a:schemeClr val="tx1"/>
          </a:fontRef>
        </p:style>
      </p:cxnSp>
      <p:cxnSp>
        <p:nvCxnSpPr>
          <p:cNvPr id="11" name="Straight Arrow Connector 10"/>
          <p:cNvCxnSpPr/>
          <p:nvPr/>
        </p:nvCxnSpPr>
        <p:spPr>
          <a:xfrm flipH="1">
            <a:off x="4025570" y="3239794"/>
            <a:ext cx="1" cy="487194"/>
          </a:xfrm>
          <a:prstGeom prst="straightConnector1">
            <a:avLst/>
          </a:prstGeom>
          <a:ln w="47625">
            <a:tailEnd type="triangle"/>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p:nvPr/>
        </p:nvCxnSpPr>
        <p:spPr>
          <a:xfrm flipH="1">
            <a:off x="4012136" y="4378921"/>
            <a:ext cx="1" cy="487194"/>
          </a:xfrm>
          <a:prstGeom prst="straightConnector1">
            <a:avLst/>
          </a:prstGeom>
          <a:ln w="47625">
            <a:tailEnd type="triangle"/>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p:nvPr/>
        </p:nvCxnSpPr>
        <p:spPr>
          <a:xfrm flipH="1">
            <a:off x="3998453" y="5225009"/>
            <a:ext cx="1" cy="487194"/>
          </a:xfrm>
          <a:prstGeom prst="straightConnector1">
            <a:avLst/>
          </a:prstGeom>
          <a:ln w="47625">
            <a:tailEnd type="triangle"/>
          </a:ln>
        </p:spPr>
        <p:style>
          <a:lnRef idx="2">
            <a:schemeClr val="accent2"/>
          </a:lnRef>
          <a:fillRef idx="0">
            <a:schemeClr val="accent2"/>
          </a:fillRef>
          <a:effectRef idx="1">
            <a:schemeClr val="accent2"/>
          </a:effectRef>
          <a:fontRef idx="minor">
            <a:schemeClr val="tx1"/>
          </a:fontRef>
        </p:style>
      </p:cxnSp>
      <p:sp>
        <p:nvSpPr>
          <p:cNvPr id="18" name="Rectangle 17"/>
          <p:cNvSpPr/>
          <p:nvPr/>
        </p:nvSpPr>
        <p:spPr>
          <a:xfrm flipH="1">
            <a:off x="3362074" y="431723"/>
            <a:ext cx="4257072" cy="584775"/>
          </a:xfrm>
          <a:prstGeom prst="rect">
            <a:avLst/>
          </a:prstGeom>
        </p:spPr>
        <p:txBody>
          <a:bodyPr wrap="square">
            <a:spAutoFit/>
          </a:bodyPr>
          <a:lstStyle/>
          <a:p>
            <a:r>
              <a:rPr lang="en-IN" sz="3200"/>
              <a:t>Glaucoma – the process</a:t>
            </a:r>
          </a:p>
        </p:txBody>
      </p:sp>
      <p:sp>
        <p:nvSpPr>
          <p:cNvPr id="19" name="Rectangle 18"/>
          <p:cNvSpPr/>
          <p:nvPr/>
        </p:nvSpPr>
        <p:spPr>
          <a:xfrm>
            <a:off x="8464824" y="2063194"/>
            <a:ext cx="2976136" cy="1477328"/>
          </a:xfrm>
          <a:prstGeom prst="rect">
            <a:avLst/>
          </a:prstGeom>
        </p:spPr>
        <p:style>
          <a:lnRef idx="2">
            <a:schemeClr val="accent5"/>
          </a:lnRef>
          <a:fillRef idx="1">
            <a:schemeClr val="lt1"/>
          </a:fillRef>
          <a:effectRef idx="0">
            <a:schemeClr val="accent5"/>
          </a:effectRef>
          <a:fontRef idx="minor">
            <a:schemeClr val="dk1"/>
          </a:fontRef>
        </p:style>
        <p:txBody>
          <a:bodyPr wrap="none">
            <a:spAutoFit/>
            <a:scene3d>
              <a:camera prst="orthographicFront"/>
              <a:lightRig rig="threePt" dir="t"/>
            </a:scene3d>
            <a:sp3d extrusionH="57150">
              <a:bevelT h="25400" prst="softRound"/>
            </a:sp3d>
          </a:bodyPr>
          <a:lstStyle/>
          <a:p>
            <a:pPr algn="ctr"/>
            <a:r>
              <a:rPr lang="en-IN" b="1" i="1">
                <a:solidFill>
                  <a:srgbClr val="5E5E5E"/>
                </a:solidFill>
                <a:effectLst/>
                <a:latin typeface="Arial" panose="020B0604020202020204" pitchFamily="34" charset="0"/>
              </a:rPr>
              <a:t>Surgical treatments:</a:t>
            </a:r>
          </a:p>
          <a:p>
            <a:pPr algn="ctr"/>
            <a:endParaRPr lang="en-IN" b="1" i="1">
              <a:solidFill>
                <a:srgbClr val="5E5E5E"/>
              </a:solidFill>
              <a:latin typeface="Arial" panose="020B0604020202020204" pitchFamily="34" charset="0"/>
            </a:endParaRPr>
          </a:p>
          <a:p>
            <a:pPr marL="342900" indent="-342900" algn="ctr">
              <a:buFont typeface="+mj-lt"/>
              <a:buAutoNum type="arabicPeriod"/>
            </a:pPr>
            <a:r>
              <a:rPr lang="en-IN" b="1">
                <a:solidFill>
                  <a:srgbClr val="5E5E5E"/>
                </a:solidFill>
                <a:effectLst/>
                <a:latin typeface="Arial" panose="020B0604020202020204" pitchFamily="34" charset="0"/>
              </a:rPr>
              <a:t>Laser </a:t>
            </a:r>
            <a:r>
              <a:rPr lang="en-IN" b="1" err="1">
                <a:solidFill>
                  <a:srgbClr val="5E5E5E"/>
                </a:solidFill>
                <a:effectLst/>
                <a:latin typeface="Arial" panose="020B0604020202020204" pitchFamily="34" charset="0"/>
              </a:rPr>
              <a:t>Trabeculoplasty</a:t>
            </a:r>
            <a:endParaRPr lang="en-IN" b="1">
              <a:solidFill>
                <a:srgbClr val="5E5E5E"/>
              </a:solidFill>
              <a:effectLst/>
              <a:latin typeface="Arial" panose="020B0604020202020204" pitchFamily="34" charset="0"/>
            </a:endParaRPr>
          </a:p>
          <a:p>
            <a:pPr marL="342900" indent="-342900" algn="ctr">
              <a:buFont typeface="+mj-lt"/>
              <a:buAutoNum type="arabicPeriod"/>
            </a:pPr>
            <a:endParaRPr lang="en-IN" b="1">
              <a:solidFill>
                <a:srgbClr val="5E5E5E"/>
              </a:solidFill>
              <a:latin typeface="Arial" panose="020B0604020202020204" pitchFamily="34" charset="0"/>
            </a:endParaRPr>
          </a:p>
          <a:p>
            <a:pPr marL="342900" indent="-342900" algn="ctr">
              <a:buFont typeface="+mj-lt"/>
              <a:buAutoNum type="arabicPeriod"/>
            </a:pPr>
            <a:r>
              <a:rPr lang="en-IN" b="1" err="1">
                <a:solidFill>
                  <a:srgbClr val="5E5E5E"/>
                </a:solidFill>
                <a:latin typeface="Arial" panose="020B0604020202020204" pitchFamily="34" charset="0"/>
              </a:rPr>
              <a:t>Trabeculectomy</a:t>
            </a:r>
            <a:endParaRPr lang="en-IN" b="1">
              <a:solidFill>
                <a:srgbClr val="5E5E5E"/>
              </a:solidFill>
              <a:latin typeface="Arial" panose="020B0604020202020204" pitchFamily="34" charset="0"/>
            </a:endParaRPr>
          </a:p>
        </p:txBody>
      </p:sp>
      <p:sp>
        <p:nvSpPr>
          <p:cNvPr id="20" name="Cloud Callout 19"/>
          <p:cNvSpPr/>
          <p:nvPr/>
        </p:nvSpPr>
        <p:spPr>
          <a:xfrm>
            <a:off x="8001837" y="4380317"/>
            <a:ext cx="2809059" cy="1588536"/>
          </a:xfrm>
          <a:prstGeom prst="cloudCallout">
            <a:avLst>
              <a:gd name="adj1" fmla="val -74133"/>
              <a:gd name="adj2" fmla="val -46983"/>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a:ln w="0"/>
                <a:solidFill>
                  <a:schemeClr val="tx1"/>
                </a:solidFill>
                <a:effectLst>
                  <a:outerShdw blurRad="38100" dist="19050" dir="2700000" algn="tl" rotWithShape="0">
                    <a:schemeClr val="dk1">
                      <a:alpha val="40000"/>
                    </a:schemeClr>
                  </a:outerShdw>
                </a:effectLst>
              </a:rPr>
              <a:t>What is a cataract then?</a:t>
            </a:r>
          </a:p>
        </p:txBody>
      </p:sp>
      <p:cxnSp>
        <p:nvCxnSpPr>
          <p:cNvPr id="22" name="Straight Arrow Connector 21"/>
          <p:cNvCxnSpPr/>
          <p:nvPr/>
        </p:nvCxnSpPr>
        <p:spPr>
          <a:xfrm>
            <a:off x="7492549" y="2833539"/>
            <a:ext cx="914400" cy="0"/>
          </a:xfrm>
          <a:prstGeom prst="straightConnector1">
            <a:avLst/>
          </a:prstGeom>
          <a:ln w="92075">
            <a:solidFill>
              <a:schemeClr val="accent1"/>
            </a:solidFill>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809482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22593" y="336474"/>
            <a:ext cx="5788572" cy="584775"/>
          </a:xfrm>
          <a:prstGeom prst="rect">
            <a:avLst/>
          </a:prstGeom>
        </p:spPr>
        <p:txBody>
          <a:bodyPr wrap="none">
            <a:spAutoFit/>
          </a:bodyPr>
          <a:lstStyle/>
          <a:p>
            <a:r>
              <a:rPr lang="en-IN" sz="3200"/>
              <a:t>Photoreceptors – Rods and Cones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7470" y="1435019"/>
            <a:ext cx="4381500" cy="43815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9293" y="3949376"/>
            <a:ext cx="3810000" cy="2324100"/>
          </a:xfrm>
          <a:prstGeom prst="rect">
            <a:avLst/>
          </a:prstGeom>
        </p:spPr>
      </p:pic>
      <p:sp>
        <p:nvSpPr>
          <p:cNvPr id="8" name="TextBox 7"/>
          <p:cNvSpPr txBox="1"/>
          <p:nvPr/>
        </p:nvSpPr>
        <p:spPr>
          <a:xfrm>
            <a:off x="1805655" y="5870477"/>
            <a:ext cx="3229336" cy="369332"/>
          </a:xfrm>
          <a:prstGeom prst="rect">
            <a:avLst/>
          </a:prstGeom>
          <a:noFill/>
        </p:spPr>
        <p:txBody>
          <a:bodyPr wrap="square" rtlCol="0">
            <a:spAutoFit/>
          </a:bodyPr>
          <a:lstStyle/>
          <a:p>
            <a:r>
              <a:rPr lang="en-IN"/>
              <a:t>SEM image of rods and cones</a:t>
            </a:r>
          </a:p>
        </p:txBody>
      </p:sp>
      <p:sp>
        <p:nvSpPr>
          <p:cNvPr id="9" name="TextBox 8"/>
          <p:cNvSpPr txBox="1"/>
          <p:nvPr/>
        </p:nvSpPr>
        <p:spPr>
          <a:xfrm>
            <a:off x="6412374" y="1713054"/>
            <a:ext cx="3558154" cy="369332"/>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r>
              <a:rPr lang="en-IN"/>
              <a:t>6 million cones and 120 million rods</a:t>
            </a:r>
          </a:p>
        </p:txBody>
      </p:sp>
      <p:cxnSp>
        <p:nvCxnSpPr>
          <p:cNvPr id="11" name="Straight Arrow Connector 10"/>
          <p:cNvCxnSpPr>
            <a:stCxn id="9" idx="1"/>
          </p:cNvCxnSpPr>
          <p:nvPr/>
        </p:nvCxnSpPr>
        <p:spPr>
          <a:xfrm flipH="1">
            <a:off x="5418970" y="1897720"/>
            <a:ext cx="993404" cy="528"/>
          </a:xfrm>
          <a:prstGeom prst="straightConnector1">
            <a:avLst/>
          </a:prstGeom>
          <a:ln w="47625">
            <a:solidFill>
              <a:schemeClr val="accent2">
                <a:lumMod val="75000"/>
              </a:schemeClr>
            </a:solidFill>
            <a:tailEnd type="triangle"/>
          </a:ln>
        </p:spPr>
        <p:style>
          <a:lnRef idx="2">
            <a:schemeClr val="accent5"/>
          </a:lnRef>
          <a:fillRef idx="0">
            <a:schemeClr val="accent5"/>
          </a:fillRef>
          <a:effectRef idx="1">
            <a:schemeClr val="accent5"/>
          </a:effectRef>
          <a:fontRef idx="minor">
            <a:schemeClr val="tx1"/>
          </a:fontRef>
        </p:style>
      </p:cxnSp>
      <p:sp>
        <p:nvSpPr>
          <p:cNvPr id="12" name="Rounded Rectangle 11"/>
          <p:cNvSpPr/>
          <p:nvPr/>
        </p:nvSpPr>
        <p:spPr>
          <a:xfrm>
            <a:off x="6571009" y="2181710"/>
            <a:ext cx="3240884" cy="106487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a:t>Rods are responsible for night vision; Cones provide colour vision in brighter light.</a:t>
            </a:r>
          </a:p>
        </p:txBody>
      </p:sp>
      <p:sp>
        <p:nvSpPr>
          <p:cNvPr id="13" name="Cloud Callout 12"/>
          <p:cNvSpPr/>
          <p:nvPr/>
        </p:nvSpPr>
        <p:spPr>
          <a:xfrm>
            <a:off x="9935100" y="1435019"/>
            <a:ext cx="1974202" cy="1163616"/>
          </a:xfrm>
          <a:prstGeom prst="cloudCallout">
            <a:avLst>
              <a:gd name="adj1" fmla="val -51907"/>
              <a:gd name="adj2" fmla="val 57526"/>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a:t>Why no colour in dim light!!!</a:t>
            </a:r>
          </a:p>
        </p:txBody>
      </p:sp>
      <p:sp>
        <p:nvSpPr>
          <p:cNvPr id="14" name="Line Callout 1 13"/>
          <p:cNvSpPr/>
          <p:nvPr/>
        </p:nvSpPr>
        <p:spPr>
          <a:xfrm>
            <a:off x="10232020" y="3101468"/>
            <a:ext cx="1677282" cy="1001328"/>
          </a:xfrm>
          <a:prstGeom prst="borderCallout1">
            <a:avLst>
              <a:gd name="adj1" fmla="val 18750"/>
              <a:gd name="adj2" fmla="val -8333"/>
              <a:gd name="adj3" fmla="val -6561"/>
              <a:gd name="adj4" fmla="val -58346"/>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a:solidFill>
                  <a:srgbClr val="0070C0"/>
                </a:solidFill>
              </a:rPr>
              <a:t>Blue</a:t>
            </a:r>
            <a:r>
              <a:rPr lang="en-IN"/>
              <a:t> </a:t>
            </a:r>
          </a:p>
          <a:p>
            <a:pPr algn="ctr"/>
            <a:r>
              <a:rPr lang="en-IN">
                <a:solidFill>
                  <a:schemeClr val="accent6">
                    <a:lumMod val="75000"/>
                  </a:schemeClr>
                </a:solidFill>
              </a:rPr>
              <a:t>Green</a:t>
            </a:r>
            <a:r>
              <a:rPr lang="en-IN"/>
              <a:t> </a:t>
            </a:r>
          </a:p>
          <a:p>
            <a:pPr algn="ctr"/>
            <a:r>
              <a:rPr lang="en-IN">
                <a:solidFill>
                  <a:srgbClr val="FF0000"/>
                </a:solidFill>
              </a:rPr>
              <a:t>Red</a:t>
            </a:r>
          </a:p>
        </p:txBody>
      </p:sp>
      <p:sp>
        <p:nvSpPr>
          <p:cNvPr id="15" name="Rectangle 14"/>
          <p:cNvSpPr/>
          <p:nvPr/>
        </p:nvSpPr>
        <p:spPr>
          <a:xfrm>
            <a:off x="10232020" y="4259484"/>
            <a:ext cx="1677282" cy="203608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IN" sz="1600">
                <a:ln w="0"/>
                <a:solidFill>
                  <a:schemeClr val="tx1"/>
                </a:solidFill>
                <a:effectLst>
                  <a:outerShdw blurRad="38100" dist="19050" dir="2700000" algn="tl" rotWithShape="0">
                    <a:schemeClr val="dk1">
                      <a:alpha val="40000"/>
                    </a:schemeClr>
                  </a:outerShdw>
                </a:effectLst>
              </a:rPr>
              <a:t>Lost rod vision? Should not drive at night.</a:t>
            </a:r>
          </a:p>
          <a:p>
            <a:pPr algn="ctr"/>
            <a:endParaRPr lang="en-IN" sz="1600">
              <a:ln w="0"/>
              <a:solidFill>
                <a:schemeClr val="tx1"/>
              </a:solidFill>
              <a:effectLst>
                <a:outerShdw blurRad="38100" dist="19050" dir="2700000" algn="tl" rotWithShape="0">
                  <a:schemeClr val="dk1">
                    <a:alpha val="40000"/>
                  </a:schemeClr>
                </a:outerShdw>
              </a:effectLst>
            </a:endParaRPr>
          </a:p>
          <a:p>
            <a:pPr algn="ctr"/>
            <a:r>
              <a:rPr lang="en-IN" sz="1600">
                <a:ln w="0"/>
                <a:solidFill>
                  <a:schemeClr val="tx1"/>
                </a:solidFill>
                <a:effectLst>
                  <a:outerShdw blurRad="38100" dist="19050" dir="2700000" algn="tl" rotWithShape="0">
                    <a:schemeClr val="dk1">
                      <a:alpha val="40000"/>
                    </a:schemeClr>
                  </a:outerShdw>
                </a:effectLst>
              </a:rPr>
              <a:t>Lost cone vision? Should not drive at all !</a:t>
            </a:r>
          </a:p>
        </p:txBody>
      </p:sp>
    </p:spTree>
    <p:extLst>
      <p:ext uri="{BB962C8B-B14F-4D97-AF65-F5344CB8AC3E}">
        <p14:creationId xmlns:p14="http://schemas.microsoft.com/office/powerpoint/2010/main" val="235210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7045" y="1652892"/>
            <a:ext cx="7621082" cy="3922178"/>
          </a:xfrm>
          <a:prstGeom prst="rect">
            <a:avLst/>
          </a:prstGeom>
        </p:spPr>
      </p:pic>
      <p:sp>
        <p:nvSpPr>
          <p:cNvPr id="5" name="TextBox 4"/>
          <p:cNvSpPr txBox="1"/>
          <p:nvPr/>
        </p:nvSpPr>
        <p:spPr>
          <a:xfrm>
            <a:off x="5974796" y="1081295"/>
            <a:ext cx="1104790" cy="338554"/>
          </a:xfrm>
          <a:prstGeom prst="rect">
            <a:avLst/>
          </a:prstGeom>
          <a:noFill/>
        </p:spPr>
        <p:txBody>
          <a:bodyPr wrap="none" rtlCol="0">
            <a:spAutoFit/>
          </a:bodyPr>
          <a:lstStyle/>
          <a:p>
            <a:r>
              <a:rPr lang="en-IN" sz="1600"/>
              <a:t>Bipolar cell</a:t>
            </a:r>
          </a:p>
        </p:txBody>
      </p:sp>
      <p:cxnSp>
        <p:nvCxnSpPr>
          <p:cNvPr id="7" name="Straight Connector 6"/>
          <p:cNvCxnSpPr>
            <a:endCxn id="8" idx="2"/>
          </p:cNvCxnSpPr>
          <p:nvPr/>
        </p:nvCxnSpPr>
        <p:spPr>
          <a:xfrm flipH="1" flipV="1">
            <a:off x="5096367" y="1419849"/>
            <a:ext cx="397596" cy="453556"/>
          </a:xfrm>
          <a:prstGeom prst="line">
            <a:avLst/>
          </a:prstGeom>
          <a:ln w="22225"/>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4469432" y="1081295"/>
            <a:ext cx="1253869" cy="338554"/>
          </a:xfrm>
          <a:prstGeom prst="rect">
            <a:avLst/>
          </a:prstGeom>
          <a:noFill/>
        </p:spPr>
        <p:txBody>
          <a:bodyPr wrap="none" rtlCol="0">
            <a:spAutoFit/>
          </a:bodyPr>
          <a:lstStyle/>
          <a:p>
            <a:r>
              <a:rPr lang="en-IN" sz="1600"/>
              <a:t>Ganglion cell</a:t>
            </a:r>
          </a:p>
        </p:txBody>
      </p:sp>
      <p:cxnSp>
        <p:nvCxnSpPr>
          <p:cNvPr id="10" name="Straight Connector 9"/>
          <p:cNvCxnSpPr>
            <a:endCxn id="5" idx="2"/>
          </p:cNvCxnSpPr>
          <p:nvPr/>
        </p:nvCxnSpPr>
        <p:spPr>
          <a:xfrm flipV="1">
            <a:off x="6222380" y="1419849"/>
            <a:ext cx="304811" cy="353195"/>
          </a:xfrm>
          <a:prstGeom prst="line">
            <a:avLst/>
          </a:prstGeom>
          <a:ln w="22225"/>
        </p:spPr>
        <p:style>
          <a:lnRef idx="1">
            <a:schemeClr val="dk1"/>
          </a:lnRef>
          <a:fillRef idx="0">
            <a:schemeClr val="dk1"/>
          </a:fillRef>
          <a:effectRef idx="0">
            <a:schemeClr val="dk1"/>
          </a:effectRef>
          <a:fontRef idx="minor">
            <a:schemeClr val="tx1"/>
          </a:fontRef>
        </p:style>
      </p:cxnSp>
      <p:sp>
        <p:nvSpPr>
          <p:cNvPr id="16" name="Rectangle 15"/>
          <p:cNvSpPr/>
          <p:nvPr/>
        </p:nvSpPr>
        <p:spPr>
          <a:xfrm>
            <a:off x="3284582" y="263451"/>
            <a:ext cx="4601965" cy="584775"/>
          </a:xfrm>
          <a:prstGeom prst="rect">
            <a:avLst/>
          </a:prstGeom>
        </p:spPr>
        <p:txBody>
          <a:bodyPr wrap="none">
            <a:spAutoFit/>
          </a:bodyPr>
          <a:lstStyle/>
          <a:p>
            <a:r>
              <a:rPr lang="en-IN" sz="3200"/>
              <a:t>Flow of image information</a:t>
            </a:r>
          </a:p>
        </p:txBody>
      </p:sp>
      <p:pic>
        <p:nvPicPr>
          <p:cNvPr id="17" name="Picture 16"/>
          <p:cNvPicPr>
            <a:picLocks noChangeAspect="1"/>
          </p:cNvPicPr>
          <p:nvPr/>
        </p:nvPicPr>
        <p:blipFill>
          <a:blip r:embed="rId3"/>
          <a:stretch>
            <a:fillRect/>
          </a:stretch>
        </p:blipFill>
        <p:spPr>
          <a:xfrm>
            <a:off x="1088020" y="5292772"/>
            <a:ext cx="5625014" cy="1309562"/>
          </a:xfrm>
          <a:prstGeom prst="rect">
            <a:avLst/>
          </a:prstGeom>
        </p:spPr>
      </p:pic>
      <p:sp>
        <p:nvSpPr>
          <p:cNvPr id="20" name="Rectangle 19"/>
          <p:cNvSpPr/>
          <p:nvPr/>
        </p:nvSpPr>
        <p:spPr>
          <a:xfrm>
            <a:off x="9110547" y="2465379"/>
            <a:ext cx="2653990" cy="1569660"/>
          </a:xfrm>
          <a:prstGeom prst="rect">
            <a:avLst/>
          </a:prstGeom>
        </p:spPr>
        <p:txBody>
          <a:bodyPr wrap="square">
            <a:spAutoFit/>
          </a:bodyPr>
          <a:lstStyle/>
          <a:p>
            <a:r>
              <a:rPr lang="en-IN" sz="1600">
                <a:solidFill>
                  <a:srgbClr val="C00000"/>
                </a:solidFill>
                <a:latin typeface="Arial" panose="020B0604020202020204" pitchFamily="34" charset="0"/>
              </a:rPr>
              <a:t>Chromophore:</a:t>
            </a:r>
            <a:r>
              <a:rPr lang="en-IN" sz="1600">
                <a:solidFill>
                  <a:srgbClr val="000000"/>
                </a:solidFill>
                <a:latin typeface="Arial" panose="020B0604020202020204" pitchFamily="34" charset="0"/>
              </a:rPr>
              <a:t> The light-catching visual pigments of the retina found in cones.</a:t>
            </a:r>
          </a:p>
          <a:p>
            <a:endParaRPr lang="en-IN" sz="1600">
              <a:solidFill>
                <a:srgbClr val="000000"/>
              </a:solidFill>
              <a:latin typeface="Arial" panose="020B0604020202020204" pitchFamily="34" charset="0"/>
            </a:endParaRPr>
          </a:p>
          <a:p>
            <a:r>
              <a:rPr lang="en-IN" sz="1600">
                <a:solidFill>
                  <a:srgbClr val="C00000"/>
                </a:solidFill>
                <a:latin typeface="Arial" panose="020B0604020202020204" pitchFamily="34" charset="0"/>
              </a:rPr>
              <a:t>Rhodopsin: </a:t>
            </a:r>
            <a:r>
              <a:rPr lang="en-IN" sz="1600">
                <a:solidFill>
                  <a:srgbClr val="000000"/>
                </a:solidFill>
                <a:latin typeface="Arial" panose="020B0604020202020204" pitchFamily="34" charset="0"/>
              </a:rPr>
              <a:t>The visual pigment found in rods.</a:t>
            </a:r>
            <a:endParaRPr lang="en-IN" sz="1600"/>
          </a:p>
        </p:txBody>
      </p:sp>
    </p:spTree>
    <p:extLst>
      <p:ext uri="{BB962C8B-B14F-4D97-AF65-F5344CB8AC3E}">
        <p14:creationId xmlns:p14="http://schemas.microsoft.com/office/powerpoint/2010/main" val="1015152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41963" y="2503054"/>
            <a:ext cx="5980227" cy="769441"/>
          </a:xfrm>
          <a:prstGeom prst="rect">
            <a:avLst/>
          </a:prstGeom>
          <a:noFill/>
        </p:spPr>
        <p:txBody>
          <a:bodyPr wrap="none" rtlCol="0">
            <a:spAutoFit/>
          </a:bodyPr>
          <a:lstStyle/>
          <a:p>
            <a:r>
              <a:rPr lang="en-US" sz="4400" b="1">
                <a:solidFill>
                  <a:srgbClr val="002060"/>
                </a:solidFill>
              </a:rPr>
              <a:t>What is Night Blindness?</a:t>
            </a:r>
            <a:endParaRPr lang="en-IN" sz="4400" b="1">
              <a:solidFill>
                <a:srgbClr val="002060"/>
              </a:solidFill>
            </a:endParaRPr>
          </a:p>
        </p:txBody>
      </p:sp>
    </p:spTree>
    <p:extLst>
      <p:ext uri="{BB962C8B-B14F-4D97-AF65-F5344CB8AC3E}">
        <p14:creationId xmlns:p14="http://schemas.microsoft.com/office/powerpoint/2010/main" val="25527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33879" y="285753"/>
            <a:ext cx="1916679" cy="584775"/>
          </a:xfrm>
          <a:prstGeom prst="rect">
            <a:avLst/>
          </a:prstGeom>
        </p:spPr>
        <p:txBody>
          <a:bodyPr wrap="none">
            <a:spAutoFit/>
          </a:bodyPr>
          <a:lstStyle/>
          <a:p>
            <a:r>
              <a:rPr lang="en-IN" sz="3200"/>
              <a:t>Bird vision</a:t>
            </a:r>
          </a:p>
        </p:txBody>
      </p:sp>
      <p:sp>
        <p:nvSpPr>
          <p:cNvPr id="5" name="TextBox 4"/>
          <p:cNvSpPr txBox="1"/>
          <p:nvPr/>
        </p:nvSpPr>
        <p:spPr>
          <a:xfrm>
            <a:off x="1629467" y="1140955"/>
            <a:ext cx="3962751" cy="36933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IN"/>
              <a:t>Good eyesight is essential for safe flight!</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6201" y="1713808"/>
            <a:ext cx="4629150" cy="2114550"/>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11211" r="7025" b="2811"/>
          <a:stretch/>
        </p:blipFill>
        <p:spPr>
          <a:xfrm>
            <a:off x="6936061" y="1109235"/>
            <a:ext cx="3624146" cy="2730732"/>
          </a:xfrm>
          <a:prstGeom prst="rect">
            <a:avLst/>
          </a:prstGeom>
        </p:spPr>
      </p:pic>
      <p:sp>
        <p:nvSpPr>
          <p:cNvPr id="8" name="Rectangle 7"/>
          <p:cNvSpPr/>
          <p:nvPr/>
        </p:nvSpPr>
        <p:spPr>
          <a:xfrm>
            <a:off x="903249" y="4125955"/>
            <a:ext cx="10292575" cy="2246769"/>
          </a:xfrm>
          <a:prstGeom prst="rect">
            <a:avLst/>
          </a:prstGeom>
        </p:spPr>
        <p:txBody>
          <a:bodyPr wrap="square">
            <a:spAutoFit/>
          </a:bodyPr>
          <a:lstStyle/>
          <a:p>
            <a:pPr marL="285750" indent="-285750">
              <a:buFont typeface="Wingdings" panose="05000000000000000000" pitchFamily="2" charset="2"/>
              <a:buChar char="§"/>
            </a:pPr>
            <a:r>
              <a:rPr lang="en-IN" sz="1400">
                <a:solidFill>
                  <a:srgbClr val="0070C0"/>
                </a:solidFill>
                <a:effectLst>
                  <a:glow rad="139700">
                    <a:schemeClr val="accent4">
                      <a:satMod val="175000"/>
                      <a:alpha val="40000"/>
                    </a:schemeClr>
                  </a:glow>
                </a:effectLst>
                <a:latin typeface="Arial" panose="020B0604020202020204" pitchFamily="34" charset="0"/>
              </a:rPr>
              <a:t>A</a:t>
            </a:r>
            <a:r>
              <a:rPr lang="en-IN" sz="1400" b="0" i="0">
                <a:solidFill>
                  <a:srgbClr val="0070C0"/>
                </a:solidFill>
                <a:effectLst>
                  <a:glow rad="139700">
                    <a:schemeClr val="accent4">
                      <a:satMod val="175000"/>
                      <a:alpha val="40000"/>
                    </a:schemeClr>
                  </a:glow>
                </a:effectLst>
                <a:latin typeface="Arial" panose="020B0604020202020204" pitchFamily="34" charset="0"/>
              </a:rPr>
              <a:t>vian eye resembles that of a </a:t>
            </a:r>
            <a:r>
              <a:rPr lang="en-IN" sz="1400" b="0" i="0" u="none" strike="noStrike">
                <a:solidFill>
                  <a:srgbClr val="0070C0"/>
                </a:solidFill>
                <a:effectLst>
                  <a:glow rad="139700">
                    <a:schemeClr val="accent4">
                      <a:satMod val="175000"/>
                      <a:alpha val="40000"/>
                    </a:schemeClr>
                  </a:glow>
                </a:effectLst>
                <a:latin typeface="Arial" panose="020B0604020202020204" pitchFamily="34" charset="0"/>
              </a:rPr>
              <a:t>reptile</a:t>
            </a:r>
            <a:r>
              <a:rPr lang="en-IN" sz="1400" b="0" i="0">
                <a:solidFill>
                  <a:srgbClr val="0070C0"/>
                </a:solidFill>
                <a:effectLst>
                  <a:glow rad="139700">
                    <a:schemeClr val="accent4">
                      <a:satMod val="175000"/>
                      <a:alpha val="40000"/>
                    </a:schemeClr>
                  </a:glow>
                </a:effectLst>
                <a:latin typeface="Arial" panose="020B0604020202020204" pitchFamily="34" charset="0"/>
              </a:rPr>
              <a:t>, with </a:t>
            </a:r>
            <a:r>
              <a:rPr lang="en-IN" sz="1400" b="0" i="0" u="none" strike="noStrike">
                <a:solidFill>
                  <a:srgbClr val="0070C0"/>
                </a:solidFill>
                <a:effectLst>
                  <a:glow rad="139700">
                    <a:schemeClr val="accent4">
                      <a:satMod val="175000"/>
                      <a:alpha val="40000"/>
                    </a:schemeClr>
                  </a:glow>
                </a:effectLst>
                <a:latin typeface="Arial" panose="020B0604020202020204" pitchFamily="34" charset="0"/>
              </a:rPr>
              <a:t>ciliary muscles</a:t>
            </a:r>
            <a:r>
              <a:rPr lang="en-IN" sz="1400" b="0" i="0">
                <a:solidFill>
                  <a:srgbClr val="0070C0"/>
                </a:solidFill>
                <a:effectLst>
                  <a:glow rad="139700">
                    <a:schemeClr val="accent4">
                      <a:satMod val="175000"/>
                      <a:alpha val="40000"/>
                    </a:schemeClr>
                  </a:glow>
                </a:effectLst>
                <a:latin typeface="Arial" panose="020B0604020202020204" pitchFamily="34" charset="0"/>
              </a:rPr>
              <a:t> that can change the shape of the </a:t>
            </a:r>
            <a:r>
              <a:rPr lang="en-IN" sz="1400" b="0" i="0" u="none" strike="noStrike">
                <a:solidFill>
                  <a:srgbClr val="0070C0"/>
                </a:solidFill>
                <a:effectLst>
                  <a:glow rad="139700">
                    <a:schemeClr val="accent4">
                      <a:satMod val="175000"/>
                      <a:alpha val="40000"/>
                    </a:schemeClr>
                  </a:glow>
                </a:effectLst>
                <a:latin typeface="Arial" panose="020B0604020202020204" pitchFamily="34" charset="0"/>
              </a:rPr>
              <a:t>lens</a:t>
            </a:r>
            <a:r>
              <a:rPr lang="en-IN" sz="1400" b="0" i="0">
                <a:solidFill>
                  <a:srgbClr val="0070C0"/>
                </a:solidFill>
                <a:effectLst>
                  <a:glow rad="139700">
                    <a:schemeClr val="accent4">
                      <a:satMod val="175000"/>
                      <a:alpha val="40000"/>
                    </a:schemeClr>
                  </a:glow>
                </a:effectLst>
                <a:latin typeface="Arial" panose="020B0604020202020204" pitchFamily="34" charset="0"/>
              </a:rPr>
              <a:t> rapidly and to a greater extent than in the </a:t>
            </a:r>
            <a:r>
              <a:rPr lang="en-IN" sz="1400" b="0" i="0" u="none" strike="noStrike">
                <a:solidFill>
                  <a:srgbClr val="0070C0"/>
                </a:solidFill>
                <a:effectLst>
                  <a:glow rad="139700">
                    <a:schemeClr val="accent4">
                      <a:satMod val="175000"/>
                      <a:alpha val="40000"/>
                    </a:schemeClr>
                  </a:glow>
                </a:effectLst>
                <a:latin typeface="Arial" panose="020B0604020202020204" pitchFamily="34" charset="0"/>
              </a:rPr>
              <a:t>mammals</a:t>
            </a:r>
            <a:r>
              <a:rPr lang="en-IN" sz="1400" b="0" i="0">
                <a:solidFill>
                  <a:srgbClr val="0070C0"/>
                </a:solidFill>
                <a:effectLst>
                  <a:glow rad="139700">
                    <a:schemeClr val="accent4">
                      <a:satMod val="175000"/>
                      <a:alpha val="40000"/>
                    </a:schemeClr>
                  </a:glow>
                </a:effectLst>
                <a:latin typeface="Arial" panose="020B0604020202020204" pitchFamily="34" charset="0"/>
              </a:rPr>
              <a:t>.</a:t>
            </a:r>
          </a:p>
          <a:p>
            <a:pPr marL="285750" indent="-285750">
              <a:buFont typeface="Wingdings" panose="05000000000000000000" pitchFamily="2" charset="2"/>
              <a:buChar char="§"/>
            </a:pPr>
            <a:endParaRPr lang="en-IN" sz="1400">
              <a:solidFill>
                <a:srgbClr val="0070C0"/>
              </a:solidFill>
              <a:effectLst>
                <a:glow rad="139700">
                  <a:schemeClr val="accent4">
                    <a:satMod val="175000"/>
                    <a:alpha val="40000"/>
                  </a:schemeClr>
                </a:glow>
              </a:effectLst>
              <a:latin typeface="Arial" panose="020B0604020202020204" pitchFamily="34" charset="0"/>
            </a:endParaRPr>
          </a:p>
          <a:p>
            <a:pPr marL="285750" indent="-285750">
              <a:buFont typeface="Wingdings" panose="05000000000000000000" pitchFamily="2" charset="2"/>
              <a:buChar char="§"/>
            </a:pPr>
            <a:r>
              <a:rPr lang="en-IN" sz="1400">
                <a:solidFill>
                  <a:srgbClr val="0070C0"/>
                </a:solidFill>
                <a:effectLst>
                  <a:glow rad="139700">
                    <a:schemeClr val="accent4">
                      <a:satMod val="175000"/>
                      <a:alpha val="40000"/>
                    </a:schemeClr>
                  </a:glow>
                </a:effectLst>
                <a:latin typeface="Arial" panose="020B0604020202020204" pitchFamily="34" charset="0"/>
              </a:rPr>
              <a:t>Birds have the largest eyes relative to their size in the animal kingdom.</a:t>
            </a:r>
          </a:p>
          <a:p>
            <a:pPr marL="285750" indent="-285750">
              <a:buFont typeface="Wingdings" panose="05000000000000000000" pitchFamily="2" charset="2"/>
              <a:buChar char="§"/>
            </a:pPr>
            <a:endParaRPr lang="en-IN" sz="1400">
              <a:solidFill>
                <a:srgbClr val="0070C0"/>
              </a:solidFill>
              <a:effectLst>
                <a:glow rad="139700">
                  <a:schemeClr val="accent4">
                    <a:satMod val="175000"/>
                    <a:alpha val="40000"/>
                  </a:schemeClr>
                </a:glow>
              </a:effectLst>
              <a:latin typeface="Arial" panose="020B0604020202020204" pitchFamily="34" charset="0"/>
            </a:endParaRPr>
          </a:p>
          <a:p>
            <a:pPr marL="285750" indent="-285750">
              <a:buFont typeface="Wingdings" panose="05000000000000000000" pitchFamily="2" charset="2"/>
              <a:buChar char="§"/>
            </a:pPr>
            <a:r>
              <a:rPr lang="en-IN" sz="1400">
                <a:solidFill>
                  <a:srgbClr val="0070C0"/>
                </a:solidFill>
                <a:effectLst>
                  <a:glow rad="139700">
                    <a:schemeClr val="accent4">
                      <a:satMod val="175000"/>
                      <a:alpha val="40000"/>
                    </a:schemeClr>
                  </a:glow>
                </a:effectLst>
                <a:latin typeface="Arial" panose="020B0604020202020204" pitchFamily="34" charset="0"/>
              </a:rPr>
              <a:t>Avian eye is protected by a third transparent movable membrane.</a:t>
            </a:r>
          </a:p>
          <a:p>
            <a:pPr marL="285750" indent="-285750">
              <a:buFont typeface="Wingdings" panose="05000000000000000000" pitchFamily="2" charset="2"/>
              <a:buChar char="§"/>
            </a:pPr>
            <a:endParaRPr lang="en-IN" sz="1400">
              <a:solidFill>
                <a:srgbClr val="0070C0"/>
              </a:solidFill>
              <a:effectLst>
                <a:glow rad="139700">
                  <a:schemeClr val="accent4">
                    <a:satMod val="175000"/>
                    <a:alpha val="40000"/>
                  </a:schemeClr>
                </a:glow>
              </a:effectLst>
              <a:latin typeface="Arial" panose="020B0604020202020204" pitchFamily="34" charset="0"/>
            </a:endParaRPr>
          </a:p>
          <a:p>
            <a:pPr marL="285750" indent="-285750">
              <a:buFont typeface="Wingdings" panose="05000000000000000000" pitchFamily="2" charset="2"/>
              <a:buChar char="§"/>
            </a:pPr>
            <a:r>
              <a:rPr lang="en-IN" sz="1400">
                <a:solidFill>
                  <a:srgbClr val="0070C0"/>
                </a:solidFill>
                <a:effectLst>
                  <a:glow rad="139700">
                    <a:schemeClr val="accent4">
                      <a:satMod val="175000"/>
                      <a:alpha val="40000"/>
                    </a:schemeClr>
                  </a:glow>
                </a:effectLst>
                <a:latin typeface="Arial" panose="020B0604020202020204" pitchFamily="34" charset="0"/>
              </a:rPr>
              <a:t>Birds of prey have a very high density of receptors to maximise visual acuity. </a:t>
            </a:r>
          </a:p>
          <a:p>
            <a:pPr marL="285750" indent="-285750">
              <a:buFont typeface="Wingdings" panose="05000000000000000000" pitchFamily="2" charset="2"/>
              <a:buChar char="§"/>
            </a:pPr>
            <a:endParaRPr lang="en-IN" sz="1400">
              <a:solidFill>
                <a:srgbClr val="0070C0"/>
              </a:solidFill>
              <a:effectLst>
                <a:glow rad="139700">
                  <a:schemeClr val="accent4">
                    <a:satMod val="175000"/>
                    <a:alpha val="40000"/>
                  </a:schemeClr>
                </a:glow>
              </a:effectLst>
              <a:latin typeface="Arial" panose="020B0604020202020204" pitchFamily="34" charset="0"/>
            </a:endParaRPr>
          </a:p>
          <a:p>
            <a:pPr marL="285750" indent="-285750">
              <a:buFont typeface="Wingdings" panose="05000000000000000000" pitchFamily="2" charset="2"/>
              <a:buChar char="§"/>
            </a:pPr>
            <a:r>
              <a:rPr lang="en-IN" sz="1400">
                <a:solidFill>
                  <a:srgbClr val="0070C0"/>
                </a:solidFill>
                <a:effectLst>
                  <a:glow rad="139700">
                    <a:schemeClr val="accent4">
                      <a:satMod val="175000"/>
                      <a:alpha val="40000"/>
                    </a:schemeClr>
                  </a:glow>
                </a:effectLst>
                <a:latin typeface="Arial" panose="020B0604020202020204" pitchFamily="34" charset="0"/>
              </a:rPr>
              <a:t>Nocturnal birds have tubular eyes, low no. of colour detectors, but a high density of rod cells to function well in poor light.</a:t>
            </a:r>
          </a:p>
        </p:txBody>
      </p:sp>
    </p:spTree>
    <p:extLst>
      <p:ext uri="{BB962C8B-B14F-4D97-AF65-F5344CB8AC3E}">
        <p14:creationId xmlns:p14="http://schemas.microsoft.com/office/powerpoint/2010/main" val="4092088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us 3"/>
          <p:cNvSpPr/>
          <p:nvPr/>
        </p:nvSpPr>
        <p:spPr>
          <a:xfrm>
            <a:off x="3703902" y="2650608"/>
            <a:ext cx="914400" cy="914400"/>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Flowchart: Process 4"/>
          <p:cNvSpPr/>
          <p:nvPr/>
        </p:nvSpPr>
        <p:spPr>
          <a:xfrm>
            <a:off x="7257329" y="2801484"/>
            <a:ext cx="648183" cy="612648"/>
          </a:xfrm>
          <a:prstGeom prst="flowChartProces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6" name="TextBox 5"/>
          <p:cNvSpPr txBox="1"/>
          <p:nvPr/>
        </p:nvSpPr>
        <p:spPr>
          <a:xfrm>
            <a:off x="2055245" y="729204"/>
            <a:ext cx="4935647" cy="523220"/>
          </a:xfrm>
          <a:prstGeom prst="rect">
            <a:avLst/>
          </a:prstGeom>
          <a:noFill/>
        </p:spPr>
        <p:txBody>
          <a:bodyPr wrap="none" rtlCol="0">
            <a:spAutoFit/>
          </a:bodyPr>
          <a:lstStyle/>
          <a:p>
            <a:r>
              <a:rPr lang="en-IN" sz="2800"/>
              <a:t>Let’s try something interesting …</a:t>
            </a:r>
          </a:p>
        </p:txBody>
      </p:sp>
      <p:sp>
        <p:nvSpPr>
          <p:cNvPr id="7" name="TextBox 6"/>
          <p:cNvSpPr txBox="1"/>
          <p:nvPr/>
        </p:nvSpPr>
        <p:spPr>
          <a:xfrm>
            <a:off x="2546430" y="4644698"/>
            <a:ext cx="6195479" cy="461665"/>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2400" b="1">
                <a:ln/>
                <a:solidFill>
                  <a:schemeClr val="accent2">
                    <a:lumMod val="75000"/>
                  </a:schemeClr>
                </a:solidFill>
              </a:rPr>
              <a:t>Did you feel the blind spot in your right eye ???</a:t>
            </a:r>
          </a:p>
        </p:txBody>
      </p:sp>
    </p:spTree>
    <p:extLst>
      <p:ext uri="{BB962C8B-B14F-4D97-AF65-F5344CB8AC3E}">
        <p14:creationId xmlns:p14="http://schemas.microsoft.com/office/powerpoint/2010/main" val="1499879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2622627FE0BB42A7311AF50D73D144" ma:contentTypeVersion="10" ma:contentTypeDescription="Create a new document." ma:contentTypeScope="" ma:versionID="c7caf746f9f59231fcc88430109f7c93">
  <xsd:schema xmlns:xsd="http://www.w3.org/2001/XMLSchema" xmlns:xs="http://www.w3.org/2001/XMLSchema" xmlns:p="http://schemas.microsoft.com/office/2006/metadata/properties" xmlns:ns2="f3d90b6b-40ba-4cf1-9177-eadded3cce4b" xmlns:ns3="469ac0c8-6c93-45a5-801f-5dae600c78f6" targetNamespace="http://schemas.microsoft.com/office/2006/metadata/properties" ma:root="true" ma:fieldsID="d77bf9fd42b4d7e102237062b1ace12d" ns2:_="" ns3:_="">
    <xsd:import namespace="f3d90b6b-40ba-4cf1-9177-eadded3cce4b"/>
    <xsd:import namespace="469ac0c8-6c93-45a5-801f-5dae600c78f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d90b6b-40ba-4cf1-9177-eadded3cce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9ac0c8-6c93-45a5-801f-5dae600c78f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27F427-3BF5-4F4B-BCA1-424E69D22F11}">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4F15D0E-073E-4FAD-84A2-17B5A3D716E9}">
  <ds:schemaRefs>
    <ds:schemaRef ds:uri="469ac0c8-6c93-45a5-801f-5dae600c78f6"/>
    <ds:schemaRef ds:uri="f3d90b6b-40ba-4cf1-9177-eadded3cce4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B179495-8D6B-4D19-8ADE-302ACB68B23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IITG</dc:creator>
  <cp:revision>1</cp:revision>
  <dcterms:created xsi:type="dcterms:W3CDTF">2018-03-16T11:18:36Z</dcterms:created>
  <dcterms:modified xsi:type="dcterms:W3CDTF">2024-04-24T13:05:23Z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0x010100252622627FE0BB42A7311AF50D73D144</vt:lpwstr>
  </property>
</Properties>
</file>