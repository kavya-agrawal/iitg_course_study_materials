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  <p:sldId id="257" r:id="rId6"/>
    <p:sldId id="258" r:id="rId7"/>
    <p:sldId id="264" r:id="rId8"/>
    <p:sldId id="262" r:id="rId9"/>
    <p:sldId id="260" r:id="rId10"/>
    <p:sldId id="261" r:id="rId11"/>
    <p:sldId id="263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D2575-EA77-03D0-AB65-2F273CAD7E3C}" v="9" dt="2024-04-23T16:30:03.816"/>
    <p1510:client id="{2DBACD3E-1164-CC2F-802B-0031A38B306F}" v="2" dt="2024-04-22T16:11:00.102"/>
    <p1510:client id="{3A57138C-F8B7-A673-AA82-D34052253044}" v="30" dt="2024-04-22T16:45:03.040"/>
    <p1510:client id="{4361BC70-F645-4652-8A4E-F02754977CED}" v="8" dt="2024-04-23T09:46:10.884"/>
    <p1510:client id="{805F1ED2-46DD-48E3-8112-07D30B61A242}" v="3" dt="2024-04-24T10:14:27.995"/>
    <p1510:client id="{B1866A23-3F6D-4CB8-B4BB-50BA36C6AFDA}" v="35" dt="2024-04-23T10:04:29.036"/>
    <p1510:client id="{C76539AD-0445-DF7E-D09A-5CBECD6F6C34}" v="2" dt="2024-04-23T09:01:03.292"/>
    <p1510:client id="{CC1F7ACF-B43B-96DE-401B-8C1534F0CD7A}" v="1" dt="2024-04-23T06:14:28.373"/>
    <p1510:client id="{D05F4525-9A2D-4524-88EF-175271F2A92B}" v="29" dt="2024-04-22T14:41:37.013"/>
    <p1510:client id="{D0BC7EC5-90DF-40EB-B7CC-A5442198ECA8}" v="2" dt="2024-04-24T10:33:55.265"/>
    <p1510:client id="{EF333218-D783-0B62-E52D-5790894EC797}" v="1" dt="2024-04-24T07:55:30.035"/>
    <p1510:client id="{F999847D-53D9-92BD-4F9D-88D3463B649E}" v="2" dt="2024-04-22T16:19:51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KYA KOUSHIK KRISHNA RATHOD" userId="S::b.rathod@iitg.ac.in::aeca8632-4bcc-482f-bee9-3ddf53b95bc0" providerId="AD" clId="Web-{4361BC70-F645-4652-8A4E-F02754977CED}"/>
    <pc:docChg chg="modSld addMainMaster delMainMaster">
      <pc:chgData name="BHUKYA KOUSHIK KRISHNA RATHOD" userId="S::b.rathod@iitg.ac.in::aeca8632-4bcc-482f-bee9-3ddf53b95bc0" providerId="AD" clId="Web-{4361BC70-F645-4652-8A4E-F02754977CED}" dt="2024-04-23T09:46:10.884" v="5"/>
      <pc:docMkLst>
        <pc:docMk/>
      </pc:docMkLst>
      <pc:sldChg chg="modSp 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1353800469" sldId="256"/>
        </pc:sldMkLst>
        <pc:spChg chg="mod">
          <ac:chgData name="BHUKYA KOUSHIK KRISHNA RATHOD" userId="S::b.rathod@iitg.ac.in::aeca8632-4bcc-482f-bee9-3ddf53b95bc0" providerId="AD" clId="Web-{4361BC70-F645-4652-8A4E-F02754977CED}" dt="2024-04-23T09:45:50.367" v="0" actId="20577"/>
          <ac:spMkLst>
            <pc:docMk/>
            <pc:sldMk cId="1353800469" sldId="256"/>
            <ac:spMk id="4" creationId="{00000000-0000-0000-0000-000000000000}"/>
          </ac:spMkLst>
        </pc:spChg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3976553596" sldId="257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481257787" sldId="258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3314215031" sldId="259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2222782472" sldId="260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852210417" sldId="261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312410279" sldId="262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1656325791" sldId="263"/>
        </pc:sldMkLst>
      </pc:sldChg>
      <pc:sldChg chg="mod modClrScheme chgLayout">
        <pc:chgData name="BHUKYA KOUSHIK KRISHNA RATHOD" userId="S::b.rathod@iitg.ac.in::aeca8632-4bcc-482f-bee9-3ddf53b95bc0" providerId="AD" clId="Web-{4361BC70-F645-4652-8A4E-F02754977CED}" dt="2024-04-23T09:46:10.884" v="5"/>
        <pc:sldMkLst>
          <pc:docMk/>
          <pc:sldMk cId="2889495681" sldId="264"/>
        </pc:sldMkLst>
      </pc:sldChg>
      <pc:sldMasterChg chg="del delSldLayout">
        <pc:chgData name="BHUKYA KOUSHIK KRISHNA RATHOD" userId="S::b.rathod@iitg.ac.in::aeca8632-4bcc-482f-bee9-3ddf53b95bc0" providerId="AD" clId="Web-{4361BC70-F645-4652-8A4E-F02754977CED}" dt="2024-04-23T09:45:57.352" v="1"/>
        <pc:sldMasterMkLst>
          <pc:docMk/>
          <pc:sldMasterMk cId="1262124965" sldId="2147483648"/>
        </pc:sldMasterMkLst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3275393780" sldId="2147483649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4128374643" sldId="2147483650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1443684255" sldId="2147483651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3807482665" sldId="2147483652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2766347937" sldId="2147483653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3956832882" sldId="2147483654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4025575114" sldId="2147483655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373467757" sldId="2147483656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2193828434" sldId="2147483657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2653769970" sldId="2147483658"/>
          </pc:sldLayoutMkLst>
        </pc:sldLayoutChg>
        <pc:sldLayoutChg chg="del">
          <pc:chgData name="BHUKYA KOUSHIK KRISHNA RATHOD" userId="S::b.rathod@iitg.ac.in::aeca8632-4bcc-482f-bee9-3ddf53b95bc0" providerId="AD" clId="Web-{4361BC70-F645-4652-8A4E-F02754977CED}" dt="2024-04-23T09:45:57.352" v="1"/>
          <pc:sldLayoutMkLst>
            <pc:docMk/>
            <pc:sldMasterMk cId="1262124965" sldId="2147483648"/>
            <pc:sldLayoutMk cId="2823644984" sldId="2147483659"/>
          </pc:sldLayoutMkLst>
        </pc:sldLayoutChg>
      </pc:sldMasterChg>
      <pc:sldMasterChg chg="add del addSldLayout delSldLayout modSldLayout">
        <pc:chgData name="BHUKYA KOUSHIK KRISHNA RATHOD" userId="S::b.rathod@iitg.ac.in::aeca8632-4bcc-482f-bee9-3ddf53b95bc0" providerId="AD" clId="Web-{4361BC70-F645-4652-8A4E-F02754977CED}" dt="2024-04-23T09:45:59.524" v="2"/>
        <pc:sldMasterMkLst>
          <pc:docMk/>
          <pc:sldMasterMk cId="1770534858" sldId="2147483660"/>
        </pc:sldMasterMkLst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996804787" sldId="2147483661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2960883144" sldId="2147483662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1565680802" sldId="2147483663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1942076953" sldId="2147483664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2677686361" sldId="2147483665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191372828" sldId="2147483666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2179876871" sldId="2147483667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2506206391" sldId="2147483668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3623936313" sldId="2147483669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541891744" sldId="2147483670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5:59.524" v="2"/>
          <pc:sldLayoutMkLst>
            <pc:docMk/>
            <pc:sldMasterMk cId="1770534858" sldId="2147483660"/>
            <pc:sldLayoutMk cId="3463574107" sldId="2147483671"/>
          </pc:sldLayoutMkLst>
        </pc:sldLayoutChg>
      </pc:sldMasterChg>
      <pc:sldMasterChg chg="add del addSldLayout delSldLayout modSldLayout">
        <pc:chgData name="BHUKYA KOUSHIK KRISHNA RATHOD" userId="S::b.rathod@iitg.ac.in::aeca8632-4bcc-482f-bee9-3ddf53b95bc0" providerId="AD" clId="Web-{4361BC70-F645-4652-8A4E-F02754977CED}" dt="2024-04-23T09:46:01.274" v="3"/>
        <pc:sldMasterMkLst>
          <pc:docMk/>
          <pc:sldMasterMk cId="1002406084" sldId="2147483672"/>
        </pc:sldMasterMkLst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2580875886" sldId="2147483673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3048330348" sldId="2147483674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1591122541" sldId="2147483675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2095032634" sldId="2147483676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179001388" sldId="2147483677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1792847715" sldId="2147483678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1328718194" sldId="2147483679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692784340" sldId="2147483680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672551083" sldId="2147483681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969477720" sldId="2147483682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1.274" v="3"/>
          <pc:sldLayoutMkLst>
            <pc:docMk/>
            <pc:sldMasterMk cId="1002406084" sldId="2147483672"/>
            <pc:sldLayoutMk cId="3875302734" sldId="2147483683"/>
          </pc:sldLayoutMkLst>
        </pc:sldLayoutChg>
      </pc:sldMasterChg>
      <pc:sldMasterChg chg="add del addSldLayout delSldLayout modSldLayout">
        <pc:chgData name="BHUKYA KOUSHIK KRISHNA RATHOD" userId="S::b.rathod@iitg.ac.in::aeca8632-4bcc-482f-bee9-3ddf53b95bc0" providerId="AD" clId="Web-{4361BC70-F645-4652-8A4E-F02754977CED}" dt="2024-04-23T09:46:05.883" v="4"/>
        <pc:sldMasterMkLst>
          <pc:docMk/>
          <pc:sldMasterMk cId="3801282796" sldId="2147483684"/>
        </pc:sldMasterMkLst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3193417674" sldId="2147483685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2535296708" sldId="2147483686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3920674483" sldId="2147483687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461889604" sldId="2147483688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3820078934" sldId="2147483689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4197446011" sldId="2147483690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2903367822" sldId="2147483691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1203345262" sldId="2147483692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2890041489" sldId="2147483693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505905130" sldId="2147483694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05.883" v="4"/>
          <pc:sldLayoutMkLst>
            <pc:docMk/>
            <pc:sldMasterMk cId="3801282796" sldId="2147483684"/>
            <pc:sldLayoutMk cId="2503467845" sldId="2147483695"/>
          </pc:sldLayoutMkLst>
        </pc:sldLayoutChg>
      </pc:sldMasterChg>
      <pc:sldMasterChg chg="add del addSldLayout delSldLayout modSldLayout">
        <pc:chgData name="BHUKYA KOUSHIK KRISHNA RATHOD" userId="S::b.rathod@iitg.ac.in::aeca8632-4bcc-482f-bee9-3ddf53b95bc0" providerId="AD" clId="Web-{4361BC70-F645-4652-8A4E-F02754977CED}" dt="2024-04-23T09:46:10.884" v="5"/>
        <pc:sldMasterMkLst>
          <pc:docMk/>
          <pc:sldMasterMk cId="2597496628" sldId="2147483696"/>
        </pc:sldMasterMkLst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3633130238" sldId="2147483697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1074124899" sldId="2147483698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1284499866" sldId="2147483699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3139853034" sldId="2147483700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3023218641" sldId="2147483701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2454463501" sldId="2147483702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1654078865" sldId="2147483703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2737186005" sldId="2147483704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1728328485" sldId="2147483705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640364184" sldId="2147483706"/>
          </pc:sldLayoutMkLst>
        </pc:sldLayoutChg>
        <pc:sldLayoutChg chg="add del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2597496628" sldId="2147483696"/>
            <pc:sldLayoutMk cId="3229911271" sldId="2147483707"/>
          </pc:sldLayoutMkLst>
        </pc:sldLayoutChg>
      </pc:sldMasterChg>
      <pc:sldMasterChg chg="add addSldLayout modSldLayout">
        <pc:chgData name="BHUKYA KOUSHIK KRISHNA RATHOD" userId="S::b.rathod@iitg.ac.in::aeca8632-4bcc-482f-bee9-3ddf53b95bc0" providerId="AD" clId="Web-{4361BC70-F645-4652-8A4E-F02754977CED}" dt="2024-04-23T09:46:10.884" v="5"/>
        <pc:sldMasterMkLst>
          <pc:docMk/>
          <pc:sldMasterMk cId="3981152298" sldId="2147483708"/>
        </pc:sldMasterMkLst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1871764609" sldId="2147483709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4070087338" sldId="2147483710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206271437" sldId="2147483711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2192739943" sldId="2147483712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532645682" sldId="2147483713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2406559217" sldId="2147483714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139003189" sldId="2147483715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2165532061" sldId="2147483716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958877978" sldId="2147483717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3350872296" sldId="2147483718"/>
          </pc:sldLayoutMkLst>
        </pc:sldLayoutChg>
        <pc:sldLayoutChg chg="add mod replId">
          <pc:chgData name="BHUKYA KOUSHIK KRISHNA RATHOD" userId="S::b.rathod@iitg.ac.in::aeca8632-4bcc-482f-bee9-3ddf53b95bc0" providerId="AD" clId="Web-{4361BC70-F645-4652-8A4E-F02754977CED}" dt="2024-04-23T09:46:10.884" v="5"/>
          <pc:sldLayoutMkLst>
            <pc:docMk/>
            <pc:sldMasterMk cId="3981152298" sldId="2147483708"/>
            <pc:sldLayoutMk cId="169842095" sldId="2147483719"/>
          </pc:sldLayoutMkLst>
        </pc:sldLayoutChg>
      </pc:sldMasterChg>
    </pc:docChg>
  </pc:docChgLst>
  <pc:docChgLst>
    <pc:chgData name="UDAY RAHUL INGLE" userId="S::i.uday@iitg.ac.in::c1a3c87a-2dae-4cc9-807e-59a27977ae51" providerId="AD" clId="Web-{F99245B1-3A5F-4E22-A9B4-9EEFD3FE12AA}"/>
    <pc:docChg chg="modSld">
      <pc:chgData name="UDAY RAHUL INGLE" userId="S::i.uday@iitg.ac.in::c1a3c87a-2dae-4cc9-807e-59a27977ae51" providerId="AD" clId="Web-{F99245B1-3A5F-4E22-A9B4-9EEFD3FE12AA}" dt="2024-04-15T06:27:32.433" v="0" actId="1076"/>
      <pc:docMkLst>
        <pc:docMk/>
      </pc:docMkLst>
      <pc:sldChg chg="modSp">
        <pc:chgData name="UDAY RAHUL INGLE" userId="S::i.uday@iitg.ac.in::c1a3c87a-2dae-4cc9-807e-59a27977ae51" providerId="AD" clId="Web-{F99245B1-3A5F-4E22-A9B4-9EEFD3FE12AA}" dt="2024-04-15T06:27:32.433" v="0" actId="1076"/>
        <pc:sldMkLst>
          <pc:docMk/>
          <pc:sldMk cId="481257787" sldId="258"/>
        </pc:sldMkLst>
        <pc:picChg chg="mod">
          <ac:chgData name="UDAY RAHUL INGLE" userId="S::i.uday@iitg.ac.in::c1a3c87a-2dae-4cc9-807e-59a27977ae51" providerId="AD" clId="Web-{F99245B1-3A5F-4E22-A9B4-9EEFD3FE12AA}" dt="2024-04-15T06:27:32.433" v="0" actId="1076"/>
          <ac:picMkLst>
            <pc:docMk/>
            <pc:sldMk cId="481257787" sldId="258"/>
            <ac:picMk id="1026" creationId="{00000000-0000-0000-0000-000000000000}"/>
          </ac:picMkLst>
        </pc:picChg>
      </pc:sldChg>
    </pc:docChg>
  </pc:docChgLst>
  <pc:docChgLst>
    <pc:chgData name="SHIVANG" userId="S::shivang.7068@iitg.ac.in::7d03b55f-b55c-452b-99b4-401b2323eec6" providerId="AD" clId="Web-{D0BC7EC5-90DF-40EB-B7CC-A5442198ECA8}"/>
    <pc:docChg chg="modSld">
      <pc:chgData name="SHIVANG" userId="S::shivang.7068@iitg.ac.in::7d03b55f-b55c-452b-99b4-401b2323eec6" providerId="AD" clId="Web-{D0BC7EC5-90DF-40EB-B7CC-A5442198ECA8}" dt="2024-04-24T10:33:55.265" v="1" actId="1076"/>
      <pc:docMkLst>
        <pc:docMk/>
      </pc:docMkLst>
      <pc:sldChg chg="modSp">
        <pc:chgData name="SHIVANG" userId="S::shivang.7068@iitg.ac.in::7d03b55f-b55c-452b-99b4-401b2323eec6" providerId="AD" clId="Web-{D0BC7EC5-90DF-40EB-B7CC-A5442198ECA8}" dt="2024-04-24T10:33:55.265" v="1" actId="1076"/>
        <pc:sldMkLst>
          <pc:docMk/>
          <pc:sldMk cId="312410279" sldId="262"/>
        </pc:sldMkLst>
        <pc:picChg chg="mod">
          <ac:chgData name="SHIVANG" userId="S::shivang.7068@iitg.ac.in::7d03b55f-b55c-452b-99b4-401b2323eec6" providerId="AD" clId="Web-{D0BC7EC5-90DF-40EB-B7CC-A5442198ECA8}" dt="2024-04-24T10:33:55.265" v="1" actId="1076"/>
          <ac:picMkLst>
            <pc:docMk/>
            <pc:sldMk cId="312410279" sldId="262"/>
            <ac:picMk id="5" creationId="{00000000-0000-0000-0000-000000000000}"/>
          </ac:picMkLst>
        </pc:picChg>
      </pc:sldChg>
    </pc:docChg>
  </pc:docChgLst>
  <pc:docChgLst>
    <pc:chgData name="SAURAV" userId="S::saurav.4097@iitg.ac.in::b4033196-6970-4b30-a8a2-abca25ad373b" providerId="AD" clId="Web-{2DBACD3E-1164-CC2F-802B-0031A38B306F}"/>
    <pc:docChg chg="modSld">
      <pc:chgData name="SAURAV" userId="S::saurav.4097@iitg.ac.in::b4033196-6970-4b30-a8a2-abca25ad373b" providerId="AD" clId="Web-{2DBACD3E-1164-CC2F-802B-0031A38B306F}" dt="2024-04-22T16:11:00.102" v="1" actId="14100"/>
      <pc:docMkLst>
        <pc:docMk/>
      </pc:docMkLst>
      <pc:sldChg chg="modSp">
        <pc:chgData name="SAURAV" userId="S::saurav.4097@iitg.ac.in::b4033196-6970-4b30-a8a2-abca25ad373b" providerId="AD" clId="Web-{2DBACD3E-1164-CC2F-802B-0031A38B306F}" dt="2024-04-22T16:05:30.002" v="0" actId="1076"/>
        <pc:sldMkLst>
          <pc:docMk/>
          <pc:sldMk cId="481257787" sldId="258"/>
        </pc:sldMkLst>
        <pc:picChg chg="mod">
          <ac:chgData name="SAURAV" userId="S::saurav.4097@iitg.ac.in::b4033196-6970-4b30-a8a2-abca25ad373b" providerId="AD" clId="Web-{2DBACD3E-1164-CC2F-802B-0031A38B306F}" dt="2024-04-22T16:05:30.002" v="0" actId="1076"/>
          <ac:picMkLst>
            <pc:docMk/>
            <pc:sldMk cId="481257787" sldId="258"/>
            <ac:picMk id="1026" creationId="{00000000-0000-0000-0000-000000000000}"/>
          </ac:picMkLst>
        </pc:picChg>
      </pc:sldChg>
      <pc:sldChg chg="modSp">
        <pc:chgData name="SAURAV" userId="S::saurav.4097@iitg.ac.in::b4033196-6970-4b30-a8a2-abca25ad373b" providerId="AD" clId="Web-{2DBACD3E-1164-CC2F-802B-0031A38B306F}" dt="2024-04-22T16:11:00.102" v="1" actId="14100"/>
        <pc:sldMkLst>
          <pc:docMk/>
          <pc:sldMk cId="3314215031" sldId="259"/>
        </pc:sldMkLst>
        <pc:picChg chg="mod">
          <ac:chgData name="SAURAV" userId="S::saurav.4097@iitg.ac.in::b4033196-6970-4b30-a8a2-abca25ad373b" providerId="AD" clId="Web-{2DBACD3E-1164-CC2F-802B-0031A38B306F}" dt="2024-04-22T16:11:00.102" v="1" actId="14100"/>
          <ac:picMkLst>
            <pc:docMk/>
            <pc:sldMk cId="3314215031" sldId="259"/>
            <ac:picMk id="7" creationId="{00000000-0000-0000-0000-000000000000}"/>
          </ac:picMkLst>
        </pc:picChg>
      </pc:sldChg>
    </pc:docChg>
  </pc:docChgLst>
  <pc:docChgLst>
    <pc:chgData name="ADITYA JAIN" userId="S::adityaj.8002@iitg.ac.in::2559eac6-8b73-4c70-bdf5-a92413662263" providerId="AD" clId="Web-{805F1ED2-46DD-48E3-8112-07D30B61A242}"/>
    <pc:docChg chg="modSld">
      <pc:chgData name="ADITYA JAIN" userId="S::adityaj.8002@iitg.ac.in::2559eac6-8b73-4c70-bdf5-a92413662263" providerId="AD" clId="Web-{805F1ED2-46DD-48E3-8112-07D30B61A242}" dt="2024-04-24T10:14:27.136" v="0" actId="20577"/>
      <pc:docMkLst>
        <pc:docMk/>
      </pc:docMkLst>
      <pc:sldChg chg="modSp">
        <pc:chgData name="ADITYA JAIN" userId="S::adityaj.8002@iitg.ac.in::2559eac6-8b73-4c70-bdf5-a92413662263" providerId="AD" clId="Web-{805F1ED2-46DD-48E3-8112-07D30B61A242}" dt="2024-04-24T10:14:27.136" v="0" actId="20577"/>
        <pc:sldMkLst>
          <pc:docMk/>
          <pc:sldMk cId="1353800469" sldId="256"/>
        </pc:sldMkLst>
        <pc:spChg chg="mod">
          <ac:chgData name="ADITYA JAIN" userId="S::adityaj.8002@iitg.ac.in::2559eac6-8b73-4c70-bdf5-a92413662263" providerId="AD" clId="Web-{805F1ED2-46DD-48E3-8112-07D30B61A242}" dt="2024-04-24T10:14:27.136" v="0" actId="20577"/>
          <ac:spMkLst>
            <pc:docMk/>
            <pc:sldMk cId="1353800469" sldId="256"/>
            <ac:spMk id="4" creationId="{00000000-0000-0000-0000-000000000000}"/>
          </ac:spMkLst>
        </pc:spChg>
      </pc:sldChg>
    </pc:docChg>
  </pc:docChgLst>
  <pc:docChgLst>
    <pc:chgData name="GUGULOTH VISHAL" userId="S::v.guguloth@iitg.ac.in::35d79d68-3ab9-4bfc-a9d2-12412b5f1b8d" providerId="AD" clId="Web-{C76539AD-0445-DF7E-D09A-5CBECD6F6C34}"/>
    <pc:docChg chg="modSld sldOrd">
      <pc:chgData name="GUGULOTH VISHAL" userId="S::v.guguloth@iitg.ac.in::35d79d68-3ab9-4bfc-a9d2-12412b5f1b8d" providerId="AD" clId="Web-{C76539AD-0445-DF7E-D09A-5CBECD6F6C34}" dt="2024-04-23T09:01:03.292" v="1"/>
      <pc:docMkLst>
        <pc:docMk/>
      </pc:docMkLst>
      <pc:sldChg chg="modSp ord">
        <pc:chgData name="GUGULOTH VISHAL" userId="S::v.guguloth@iitg.ac.in::35d79d68-3ab9-4bfc-a9d2-12412b5f1b8d" providerId="AD" clId="Web-{C76539AD-0445-DF7E-D09A-5CBECD6F6C34}" dt="2024-04-23T09:01:03.292" v="1"/>
        <pc:sldMkLst>
          <pc:docMk/>
          <pc:sldMk cId="3314215031" sldId="259"/>
        </pc:sldMkLst>
        <pc:spChg chg="mod">
          <ac:chgData name="GUGULOTH VISHAL" userId="S::v.guguloth@iitg.ac.in::35d79d68-3ab9-4bfc-a9d2-12412b5f1b8d" providerId="AD" clId="Web-{C76539AD-0445-DF7E-D09A-5CBECD6F6C34}" dt="2024-04-23T08:57:10.142" v="0" actId="14100"/>
          <ac:spMkLst>
            <pc:docMk/>
            <pc:sldMk cId="3314215031" sldId="259"/>
            <ac:spMk id="5" creationId="{00000000-0000-0000-0000-000000000000}"/>
          </ac:spMkLst>
        </pc:spChg>
      </pc:sldChg>
    </pc:docChg>
  </pc:docChgLst>
  <pc:docChgLst>
    <pc:chgData name="SAURAV" userId="S::saurav.4097@iitg.ac.in::b4033196-6970-4b30-a8a2-abca25ad373b" providerId="AD" clId="Web-{F999847D-53D9-92BD-4F9D-88D3463B649E}"/>
    <pc:docChg chg="modSld">
      <pc:chgData name="SAURAV" userId="S::saurav.4097@iitg.ac.in::b4033196-6970-4b30-a8a2-abca25ad373b" providerId="AD" clId="Web-{F999847D-53D9-92BD-4F9D-88D3463B649E}" dt="2024-04-22T16:19:51.597" v="1" actId="1076"/>
      <pc:docMkLst>
        <pc:docMk/>
      </pc:docMkLst>
      <pc:sldChg chg="modSp">
        <pc:chgData name="SAURAV" userId="S::saurav.4097@iitg.ac.in::b4033196-6970-4b30-a8a2-abca25ad373b" providerId="AD" clId="Web-{F999847D-53D9-92BD-4F9D-88D3463B649E}" dt="2024-04-22T16:19:51.597" v="1" actId="1076"/>
        <pc:sldMkLst>
          <pc:docMk/>
          <pc:sldMk cId="1656325791" sldId="263"/>
        </pc:sldMkLst>
        <pc:picChg chg="mod">
          <ac:chgData name="SAURAV" userId="S::saurav.4097@iitg.ac.in::b4033196-6970-4b30-a8a2-abca25ad373b" providerId="AD" clId="Web-{F999847D-53D9-92BD-4F9D-88D3463B649E}" dt="2024-04-22T16:19:51.597" v="1" actId="1076"/>
          <ac:picMkLst>
            <pc:docMk/>
            <pc:sldMk cId="1656325791" sldId="263"/>
            <ac:picMk id="9" creationId="{00000000-0000-0000-0000-000000000000}"/>
          </ac:picMkLst>
        </pc:picChg>
      </pc:sldChg>
    </pc:docChg>
  </pc:docChgLst>
  <pc:docChgLst>
    <pc:chgData name="KILARI VAMSI KRISHNA" userId="S::k.kilari@iitg.ac.in::7227c1c0-7938-4695-81ab-4e1d2a853d62" providerId="AD" clId="Web-{EF333218-D783-0B62-E52D-5790894EC797}"/>
    <pc:docChg chg="modSld">
      <pc:chgData name="KILARI VAMSI KRISHNA" userId="S::k.kilari@iitg.ac.in::7227c1c0-7938-4695-81ab-4e1d2a853d62" providerId="AD" clId="Web-{EF333218-D783-0B62-E52D-5790894EC797}" dt="2024-04-24T07:55:30.035" v="0" actId="1076"/>
      <pc:docMkLst>
        <pc:docMk/>
      </pc:docMkLst>
      <pc:sldChg chg="modSp">
        <pc:chgData name="KILARI VAMSI KRISHNA" userId="S::k.kilari@iitg.ac.in::7227c1c0-7938-4695-81ab-4e1d2a853d62" providerId="AD" clId="Web-{EF333218-D783-0B62-E52D-5790894EC797}" dt="2024-04-24T07:55:30.035" v="0" actId="1076"/>
        <pc:sldMkLst>
          <pc:docMk/>
          <pc:sldMk cId="1353800469" sldId="256"/>
        </pc:sldMkLst>
        <pc:spChg chg="mod">
          <ac:chgData name="KILARI VAMSI KRISHNA" userId="S::k.kilari@iitg.ac.in::7227c1c0-7938-4695-81ab-4e1d2a853d62" providerId="AD" clId="Web-{EF333218-D783-0B62-E52D-5790894EC797}" dt="2024-04-24T07:55:30.035" v="0" actId="1076"/>
          <ac:spMkLst>
            <pc:docMk/>
            <pc:sldMk cId="1353800469" sldId="256"/>
            <ac:spMk id="4" creationId="{00000000-0000-0000-0000-000000000000}"/>
          </ac:spMkLst>
        </pc:spChg>
      </pc:sldChg>
    </pc:docChg>
  </pc:docChgLst>
  <pc:docChgLst>
    <pc:chgData name="GHANTENAVARU OM" userId="S::o.ghantenavaru@iitg.ac.in::a63550bc-ac8f-4292-af13-f9e482e0ab6f" providerId="AD" clId="Web-{3A57138C-F8B7-A673-AA82-D34052253044}"/>
    <pc:docChg chg="addSld modSld">
      <pc:chgData name="GHANTENAVARU OM" userId="S::o.ghantenavaru@iitg.ac.in::a63550bc-ac8f-4292-af13-f9e482e0ab6f" providerId="AD" clId="Web-{3A57138C-F8B7-A673-AA82-D34052253044}" dt="2024-04-22T16:45:03.040" v="31"/>
      <pc:docMkLst>
        <pc:docMk/>
      </pc:docMkLst>
      <pc:sldChg chg="delSp modSp">
        <pc:chgData name="GHANTENAVARU OM" userId="S::o.ghantenavaru@iitg.ac.in::a63550bc-ac8f-4292-af13-f9e482e0ab6f" providerId="AD" clId="Web-{3A57138C-F8B7-A673-AA82-D34052253044}" dt="2024-04-22T16:45:03.040" v="31"/>
        <pc:sldMkLst>
          <pc:docMk/>
          <pc:sldMk cId="481257787" sldId="258"/>
        </pc:sldMkLst>
        <pc:picChg chg="del mod">
          <ac:chgData name="GHANTENAVARU OM" userId="S::o.ghantenavaru@iitg.ac.in::a63550bc-ac8f-4292-af13-f9e482e0ab6f" providerId="AD" clId="Web-{3A57138C-F8B7-A673-AA82-D34052253044}" dt="2024-04-22T16:45:03.040" v="31"/>
          <ac:picMkLst>
            <pc:docMk/>
            <pc:sldMk cId="481257787" sldId="258"/>
            <ac:picMk id="1026" creationId="{00000000-0000-0000-0000-000000000000}"/>
          </ac:picMkLst>
        </pc:picChg>
      </pc:sldChg>
      <pc:sldChg chg="addSp delSp modSp new mod setBg">
        <pc:chgData name="GHANTENAVARU OM" userId="S::o.ghantenavaru@iitg.ac.in::a63550bc-ac8f-4292-af13-f9e482e0ab6f" providerId="AD" clId="Web-{3A57138C-F8B7-A673-AA82-D34052253044}" dt="2024-04-22T16:44:45.024" v="30"/>
        <pc:sldMkLst>
          <pc:docMk/>
          <pc:sldMk cId="2889495681" sldId="264"/>
        </pc:sldMkLst>
        <pc:spChg chg="add del">
          <ac:chgData name="GHANTENAVARU OM" userId="S::o.ghantenavaru@iitg.ac.in::a63550bc-ac8f-4292-af13-f9e482e0ab6f" providerId="AD" clId="Web-{3A57138C-F8B7-A673-AA82-D34052253044}" dt="2024-04-22T16:44:29.680" v="23"/>
          <ac:spMkLst>
            <pc:docMk/>
            <pc:sldMk cId="2889495681" sldId="264"/>
            <ac:spMk id="2" creationId="{C8F6C021-860A-689C-D3D5-68EE37EF6FF2}"/>
          </ac:spMkLst>
        </pc:spChg>
        <pc:spChg chg="add del">
          <ac:chgData name="GHANTENAVARU OM" userId="S::o.ghantenavaru@iitg.ac.in::a63550bc-ac8f-4292-af13-f9e482e0ab6f" providerId="AD" clId="Web-{3A57138C-F8B7-A673-AA82-D34052253044}" dt="2024-04-22T16:44:32.133" v="24"/>
          <ac:spMkLst>
            <pc:docMk/>
            <pc:sldMk cId="2889495681" sldId="264"/>
            <ac:spMk id="3" creationId="{8968A188-BEBC-4BFC-28EE-2C095F03E7B0}"/>
          </ac:spMkLst>
        </pc:spChg>
        <pc:spChg chg="add del">
          <ac:chgData name="GHANTENAVARU OM" userId="S::o.ghantenavaru@iitg.ac.in::a63550bc-ac8f-4292-af13-f9e482e0ab6f" providerId="AD" clId="Web-{3A57138C-F8B7-A673-AA82-D34052253044}" dt="2024-04-22T16:44:02.367" v="17"/>
          <ac:spMkLst>
            <pc:docMk/>
            <pc:sldMk cId="2889495681" sldId="264"/>
            <ac:spMk id="10" creationId="{42A4FC2C-047E-45A5-965D-8E1E3BF09BC6}"/>
          </ac:spMkLst>
        </pc:spChg>
        <pc:picChg chg="add mod">
          <ac:chgData name="GHANTENAVARU OM" userId="S::o.ghantenavaru@iitg.ac.in::a63550bc-ac8f-4292-af13-f9e482e0ab6f" providerId="AD" clId="Web-{3A57138C-F8B7-A673-AA82-D34052253044}" dt="2024-04-22T16:44:45.024" v="30"/>
          <ac:picMkLst>
            <pc:docMk/>
            <pc:sldMk cId="2889495681" sldId="264"/>
            <ac:picMk id="5" creationId="{30756AF8-378F-24BB-5FFF-6A9264D4DF16}"/>
          </ac:picMkLst>
        </pc:picChg>
      </pc:sldChg>
    </pc:docChg>
  </pc:docChgLst>
  <pc:docChgLst>
    <pc:chgData name="ISHITA BRICE" userId="S::i.brice@iitg.ac.in::73c41b48-0a39-41d9-8b8e-75807b55126c" providerId="AD" clId="Web-{087D2575-EA77-03D0-AB65-2F273CAD7E3C}"/>
    <pc:docChg chg="modSld">
      <pc:chgData name="ISHITA BRICE" userId="S::i.brice@iitg.ac.in::73c41b48-0a39-41d9-8b8e-75807b55126c" providerId="AD" clId="Web-{087D2575-EA77-03D0-AB65-2F273CAD7E3C}" dt="2024-04-23T16:30:03.816" v="4" actId="1076"/>
      <pc:docMkLst>
        <pc:docMk/>
      </pc:docMkLst>
      <pc:sldChg chg="modSp">
        <pc:chgData name="ISHITA BRICE" userId="S::i.brice@iitg.ac.in::73c41b48-0a39-41d9-8b8e-75807b55126c" providerId="AD" clId="Web-{087D2575-EA77-03D0-AB65-2F273CAD7E3C}" dt="2024-04-23T16:23:21.288" v="1" actId="20577"/>
        <pc:sldMkLst>
          <pc:docMk/>
          <pc:sldMk cId="1353800469" sldId="256"/>
        </pc:sldMkLst>
        <pc:spChg chg="mod">
          <ac:chgData name="ISHITA BRICE" userId="S::i.brice@iitg.ac.in::73c41b48-0a39-41d9-8b8e-75807b55126c" providerId="AD" clId="Web-{087D2575-EA77-03D0-AB65-2F273CAD7E3C}" dt="2024-04-23T16:23:21.288" v="1" actId="20577"/>
          <ac:spMkLst>
            <pc:docMk/>
            <pc:sldMk cId="1353800469" sldId="256"/>
            <ac:spMk id="4" creationId="{00000000-0000-0000-0000-000000000000}"/>
          </ac:spMkLst>
        </pc:spChg>
      </pc:sldChg>
      <pc:sldChg chg="modSp">
        <pc:chgData name="ISHITA BRICE" userId="S::i.brice@iitg.ac.in::73c41b48-0a39-41d9-8b8e-75807b55126c" providerId="AD" clId="Web-{087D2575-EA77-03D0-AB65-2F273CAD7E3C}" dt="2024-04-23T16:30:03.816" v="4" actId="1076"/>
        <pc:sldMkLst>
          <pc:docMk/>
          <pc:sldMk cId="481257787" sldId="258"/>
        </pc:sldMkLst>
        <pc:picChg chg="mod">
          <ac:chgData name="ISHITA BRICE" userId="S::i.brice@iitg.ac.in::73c41b48-0a39-41d9-8b8e-75807b55126c" providerId="AD" clId="Web-{087D2575-EA77-03D0-AB65-2F273CAD7E3C}" dt="2024-04-23T16:30:03.816" v="4" actId="1076"/>
          <ac:picMkLst>
            <pc:docMk/>
            <pc:sldMk cId="481257787" sldId="258"/>
            <ac:picMk id="4" creationId="{00000000-0000-0000-0000-000000000000}"/>
          </ac:picMkLst>
        </pc:picChg>
      </pc:sldChg>
    </pc:docChg>
  </pc:docChgLst>
  <pc:docChgLst>
    <pc:chgData name="NARODIA MIT MANISHBHAI" userId="S::m.narodia@iitg.ac.in::6645f221-42bf-419e-9d8a-844d8c8db69f" providerId="AD" clId="Web-{D05F4525-9A2D-4524-88EF-175271F2A92B}"/>
    <pc:docChg chg="modSld">
      <pc:chgData name="NARODIA MIT MANISHBHAI" userId="S::m.narodia@iitg.ac.in::6645f221-42bf-419e-9d8a-844d8c8db69f" providerId="AD" clId="Web-{D05F4525-9A2D-4524-88EF-175271F2A92B}" dt="2024-04-22T14:41:37.013" v="28" actId="688"/>
      <pc:docMkLst>
        <pc:docMk/>
      </pc:docMkLst>
      <pc:sldChg chg="modSp">
        <pc:chgData name="NARODIA MIT MANISHBHAI" userId="S::m.narodia@iitg.ac.in::6645f221-42bf-419e-9d8a-844d8c8db69f" providerId="AD" clId="Web-{D05F4525-9A2D-4524-88EF-175271F2A92B}" dt="2024-04-22T14:30:11.689" v="16" actId="14100"/>
        <pc:sldMkLst>
          <pc:docMk/>
          <pc:sldMk cId="481257787" sldId="258"/>
        </pc:sldMkLst>
        <pc:picChg chg="mod">
          <ac:chgData name="NARODIA MIT MANISHBHAI" userId="S::m.narodia@iitg.ac.in::6645f221-42bf-419e-9d8a-844d8c8db69f" providerId="AD" clId="Web-{D05F4525-9A2D-4524-88EF-175271F2A92B}" dt="2024-04-22T14:30:11.689" v="16" actId="14100"/>
          <ac:picMkLst>
            <pc:docMk/>
            <pc:sldMk cId="481257787" sldId="258"/>
            <ac:picMk id="4" creationId="{00000000-0000-0000-0000-000000000000}"/>
          </ac:picMkLst>
        </pc:picChg>
        <pc:picChg chg="mod">
          <ac:chgData name="NARODIA MIT MANISHBHAI" userId="S::m.narodia@iitg.ac.in::6645f221-42bf-419e-9d8a-844d8c8db69f" providerId="AD" clId="Web-{D05F4525-9A2D-4524-88EF-175271F2A92B}" dt="2024-04-22T14:30:04.048" v="12" actId="1076"/>
          <ac:picMkLst>
            <pc:docMk/>
            <pc:sldMk cId="481257787" sldId="258"/>
            <ac:picMk id="1026" creationId="{00000000-0000-0000-0000-000000000000}"/>
          </ac:picMkLst>
        </pc:picChg>
        <pc:cxnChg chg="mod">
          <ac:chgData name="NARODIA MIT MANISHBHAI" userId="S::m.narodia@iitg.ac.in::6645f221-42bf-419e-9d8a-844d8c8db69f" providerId="AD" clId="Web-{D05F4525-9A2D-4524-88EF-175271F2A92B}" dt="2024-04-22T14:20:45.288" v="6" actId="1076"/>
          <ac:cxnSpMkLst>
            <pc:docMk/>
            <pc:sldMk cId="481257787" sldId="258"/>
            <ac:cxnSpMk id="6" creationId="{00000000-0000-0000-0000-000000000000}"/>
          </ac:cxnSpMkLst>
        </pc:cxnChg>
      </pc:sldChg>
      <pc:sldChg chg="modSp">
        <pc:chgData name="NARODIA MIT MANISHBHAI" userId="S::m.narodia@iitg.ac.in::6645f221-42bf-419e-9d8a-844d8c8db69f" providerId="AD" clId="Web-{D05F4525-9A2D-4524-88EF-175271F2A92B}" dt="2024-04-22T14:41:37.013" v="28" actId="688"/>
        <pc:sldMkLst>
          <pc:docMk/>
          <pc:sldMk cId="2222782472" sldId="260"/>
        </pc:sldMkLst>
        <pc:spChg chg="mod">
          <ac:chgData name="NARODIA MIT MANISHBHAI" userId="S::m.narodia@iitg.ac.in::6645f221-42bf-419e-9d8a-844d8c8db69f" providerId="AD" clId="Web-{D05F4525-9A2D-4524-88EF-175271F2A92B}" dt="2024-04-22T14:41:37.013" v="28" actId="688"/>
          <ac:spMkLst>
            <pc:docMk/>
            <pc:sldMk cId="2222782472" sldId="260"/>
            <ac:spMk id="5" creationId="{00000000-0000-0000-0000-000000000000}"/>
          </ac:spMkLst>
        </pc:spChg>
        <pc:picChg chg="mod">
          <ac:chgData name="NARODIA MIT MANISHBHAI" userId="S::m.narodia@iitg.ac.in::6645f221-42bf-419e-9d8a-844d8c8db69f" providerId="AD" clId="Web-{D05F4525-9A2D-4524-88EF-175271F2A92B}" dt="2024-04-22T14:40:32.449" v="18" actId="1076"/>
          <ac:picMkLst>
            <pc:docMk/>
            <pc:sldMk cId="2222782472" sldId="260"/>
            <ac:picMk id="8" creationId="{00000000-0000-0000-0000-000000000000}"/>
          </ac:picMkLst>
        </pc:picChg>
      </pc:sldChg>
    </pc:docChg>
  </pc:docChgLst>
  <pc:docChgLst>
    <pc:chgData name="CHODABATTULA MONI PRANEETH" userId="S::p.chodabattula@iitg.ac.in::1b4487b8-500d-4472-b596-fa3dff2625d4" providerId="AD" clId="Web-{EBAF2E42-A106-5DE9-6876-8EBBD12B3701}"/>
    <pc:docChg chg="modSld">
      <pc:chgData name="CHODABATTULA MONI PRANEETH" userId="S::p.chodabattula@iitg.ac.in::1b4487b8-500d-4472-b596-fa3dff2625d4" providerId="AD" clId="Web-{EBAF2E42-A106-5DE9-6876-8EBBD12B3701}" dt="2024-04-18T05:58:05.947" v="0" actId="1076"/>
      <pc:docMkLst>
        <pc:docMk/>
      </pc:docMkLst>
      <pc:sldChg chg="modSp">
        <pc:chgData name="CHODABATTULA MONI PRANEETH" userId="S::p.chodabattula@iitg.ac.in::1b4487b8-500d-4472-b596-fa3dff2625d4" providerId="AD" clId="Web-{EBAF2E42-A106-5DE9-6876-8EBBD12B3701}" dt="2024-04-18T05:58:05.947" v="0" actId="1076"/>
        <pc:sldMkLst>
          <pc:docMk/>
          <pc:sldMk cId="1656325791" sldId="263"/>
        </pc:sldMkLst>
        <pc:picChg chg="mod">
          <ac:chgData name="CHODABATTULA MONI PRANEETH" userId="S::p.chodabattula@iitg.ac.in::1b4487b8-500d-4472-b596-fa3dff2625d4" providerId="AD" clId="Web-{EBAF2E42-A106-5DE9-6876-8EBBD12B3701}" dt="2024-04-18T05:58:05.947" v="0" actId="1076"/>
          <ac:picMkLst>
            <pc:docMk/>
            <pc:sldMk cId="1656325791" sldId="263"/>
            <ac:picMk id="9" creationId="{00000000-0000-0000-0000-000000000000}"/>
          </ac:picMkLst>
        </pc:picChg>
      </pc:sldChg>
    </pc:docChg>
  </pc:docChgLst>
  <pc:docChgLst>
    <pc:chgData name="POSHALA HARSHA VARDHAN" userId="S::v.poshala@iitg.ac.in::46beb36a-d742-49d0-8db5-99e62df39e55" providerId="AD" clId="Web-{399DEF74-E709-98FB-0253-21520BDBC440}"/>
    <pc:docChg chg="delSld">
      <pc:chgData name="POSHALA HARSHA VARDHAN" userId="S::v.poshala@iitg.ac.in::46beb36a-d742-49d0-8db5-99e62df39e55" providerId="AD" clId="Web-{399DEF74-E709-98FB-0253-21520BDBC440}" dt="2024-04-20T09:11:56.806" v="0"/>
      <pc:docMkLst>
        <pc:docMk/>
      </pc:docMkLst>
      <pc:sldChg chg="del">
        <pc:chgData name="POSHALA HARSHA VARDHAN" userId="S::v.poshala@iitg.ac.in::46beb36a-d742-49d0-8db5-99e62df39e55" providerId="AD" clId="Web-{399DEF74-E709-98FB-0253-21520BDBC440}" dt="2024-04-20T09:11:56.806" v="0"/>
        <pc:sldMkLst>
          <pc:docMk/>
          <pc:sldMk cId="2222782472" sldId="260"/>
        </pc:sldMkLst>
      </pc:sldChg>
    </pc:docChg>
  </pc:docChgLst>
  <pc:docChgLst>
    <pc:chgData name="CHODABATTULA MONI PRANEETH" userId="S::p.chodabattula@iitg.ac.in::1b4487b8-500d-4472-b596-fa3dff2625d4" providerId="AD" clId="Web-{CC1F7ACF-B43B-96DE-401B-8C1534F0CD7A}"/>
    <pc:docChg chg="modSld">
      <pc:chgData name="CHODABATTULA MONI PRANEETH" userId="S::p.chodabattula@iitg.ac.in::1b4487b8-500d-4472-b596-fa3dff2625d4" providerId="AD" clId="Web-{CC1F7ACF-B43B-96DE-401B-8C1534F0CD7A}" dt="2024-04-23T06:14:28.373" v="0" actId="1076"/>
      <pc:docMkLst>
        <pc:docMk/>
      </pc:docMkLst>
      <pc:sldChg chg="modSp">
        <pc:chgData name="CHODABATTULA MONI PRANEETH" userId="S::p.chodabattula@iitg.ac.in::1b4487b8-500d-4472-b596-fa3dff2625d4" providerId="AD" clId="Web-{CC1F7ACF-B43B-96DE-401B-8C1534F0CD7A}" dt="2024-04-23T06:14:28.373" v="0" actId="1076"/>
        <pc:sldMkLst>
          <pc:docMk/>
          <pc:sldMk cId="481257787" sldId="258"/>
        </pc:sldMkLst>
        <pc:picChg chg="mod">
          <ac:chgData name="CHODABATTULA MONI PRANEETH" userId="S::p.chodabattula@iitg.ac.in::1b4487b8-500d-4472-b596-fa3dff2625d4" providerId="AD" clId="Web-{CC1F7ACF-B43B-96DE-401B-8C1534F0CD7A}" dt="2024-04-23T06:14:28.373" v="0" actId="1076"/>
          <ac:picMkLst>
            <pc:docMk/>
            <pc:sldMk cId="481257787" sldId="258"/>
            <ac:picMk id="4" creationId="{00000000-0000-0000-0000-000000000000}"/>
          </ac:picMkLst>
        </pc:picChg>
      </pc:sldChg>
    </pc:docChg>
  </pc:docChgLst>
  <pc:docChgLst>
    <pc:chgData name="BHUKYA KOUSHIK KRISHNA RATHOD" userId="S::b.rathod@iitg.ac.in::aeca8632-4bcc-482f-bee9-3ddf53b95bc0" providerId="AD" clId="Web-{B1866A23-3F6D-4CB8-B4BB-50BA36C6AFDA}"/>
    <pc:docChg chg="modSld">
      <pc:chgData name="BHUKYA KOUSHIK KRISHNA RATHOD" userId="S::b.rathod@iitg.ac.in::aeca8632-4bcc-482f-bee9-3ddf53b95bc0" providerId="AD" clId="Web-{B1866A23-3F6D-4CB8-B4BB-50BA36C6AFDA}" dt="2024-04-23T10:04:29.036" v="39" actId="1076"/>
      <pc:docMkLst>
        <pc:docMk/>
      </pc:docMkLst>
      <pc:sldChg chg="modSp">
        <pc:chgData name="BHUKYA KOUSHIK KRISHNA RATHOD" userId="S::b.rathod@iitg.ac.in::aeca8632-4bcc-482f-bee9-3ddf53b95bc0" providerId="AD" clId="Web-{B1866A23-3F6D-4CB8-B4BB-50BA36C6AFDA}" dt="2024-04-23T09:53:35.292" v="5" actId="1076"/>
        <pc:sldMkLst>
          <pc:docMk/>
          <pc:sldMk cId="3976553596" sldId="257"/>
        </pc:sldMkLst>
        <pc:spChg chg="mod">
          <ac:chgData name="BHUKYA KOUSHIK KRISHNA RATHOD" userId="S::b.rathod@iitg.ac.in::aeca8632-4bcc-482f-bee9-3ddf53b95bc0" providerId="AD" clId="Web-{B1866A23-3F6D-4CB8-B4BB-50BA36C6AFDA}" dt="2024-04-23T09:53:35.292" v="5" actId="1076"/>
          <ac:spMkLst>
            <pc:docMk/>
            <pc:sldMk cId="3976553596" sldId="257"/>
            <ac:spMk id="4" creationId="{00000000-0000-0000-0000-000000000000}"/>
          </ac:spMkLst>
        </pc:spChg>
      </pc:sldChg>
      <pc:sldChg chg="modSp">
        <pc:chgData name="BHUKYA KOUSHIK KRISHNA RATHOD" userId="S::b.rathod@iitg.ac.in::aeca8632-4bcc-482f-bee9-3ddf53b95bc0" providerId="AD" clId="Web-{B1866A23-3F6D-4CB8-B4BB-50BA36C6AFDA}" dt="2024-04-23T10:04:29.036" v="39" actId="1076"/>
        <pc:sldMkLst>
          <pc:docMk/>
          <pc:sldMk cId="3314215031" sldId="259"/>
        </pc:sldMkLst>
        <pc:picChg chg="mod">
          <ac:chgData name="BHUKYA KOUSHIK KRISHNA RATHOD" userId="S::b.rathod@iitg.ac.in::aeca8632-4bcc-482f-bee9-3ddf53b95bc0" providerId="AD" clId="Web-{B1866A23-3F6D-4CB8-B4BB-50BA36C6AFDA}" dt="2024-04-23T10:03:24.957" v="35" actId="1076"/>
          <ac:picMkLst>
            <pc:docMk/>
            <pc:sldMk cId="3314215031" sldId="259"/>
            <ac:picMk id="6" creationId="{00000000-0000-0000-0000-000000000000}"/>
          </ac:picMkLst>
        </pc:picChg>
        <pc:picChg chg="mod">
          <ac:chgData name="BHUKYA KOUSHIK KRISHNA RATHOD" userId="S::b.rathod@iitg.ac.in::aeca8632-4bcc-482f-bee9-3ddf53b95bc0" providerId="AD" clId="Web-{B1866A23-3F6D-4CB8-B4BB-50BA36C6AFDA}" dt="2024-04-23T10:04:29.036" v="39" actId="1076"/>
          <ac:picMkLst>
            <pc:docMk/>
            <pc:sldMk cId="3314215031" sldId="259"/>
            <ac:picMk id="7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B1866A23-3F6D-4CB8-B4BB-50BA36C6AFDA}" dt="2024-04-23T10:02:28.753" v="32" actId="14100"/>
        <pc:sldMkLst>
          <pc:docMk/>
          <pc:sldMk cId="2222782472" sldId="260"/>
        </pc:sldMkLst>
        <pc:spChg chg="mod">
          <ac:chgData name="BHUKYA KOUSHIK KRISHNA RATHOD" userId="S::b.rathod@iitg.ac.in::aeca8632-4bcc-482f-bee9-3ddf53b95bc0" providerId="AD" clId="Web-{B1866A23-3F6D-4CB8-B4BB-50BA36C6AFDA}" dt="2024-04-23T10:02:28.753" v="32" actId="14100"/>
          <ac:spMkLst>
            <pc:docMk/>
            <pc:sldMk cId="2222782472" sldId="260"/>
            <ac:spMk id="5" creationId="{00000000-0000-0000-0000-000000000000}"/>
          </ac:spMkLst>
        </pc:spChg>
      </pc:sldChg>
      <pc:sldChg chg="addSp delSp modSp mod setBg modClrScheme chgLayout">
        <pc:chgData name="BHUKYA KOUSHIK KRISHNA RATHOD" userId="S::b.rathod@iitg.ac.in::aeca8632-4bcc-482f-bee9-3ddf53b95bc0" providerId="AD" clId="Web-{B1866A23-3F6D-4CB8-B4BB-50BA36C6AFDA}" dt="2024-04-23T09:59:51.891" v="28" actId="1076"/>
        <pc:sldMkLst>
          <pc:docMk/>
          <pc:sldMk cId="2889495681" sldId="264"/>
        </pc:sldMkLst>
        <pc:spChg chg="add del mod">
          <ac:chgData name="BHUKYA KOUSHIK KRISHNA RATHOD" userId="S::b.rathod@iitg.ac.in::aeca8632-4bcc-482f-bee9-3ddf53b95bc0" providerId="AD" clId="Web-{B1866A23-3F6D-4CB8-B4BB-50BA36C6AFDA}" dt="2024-04-23T09:57:51.483" v="11"/>
          <ac:spMkLst>
            <pc:docMk/>
            <pc:sldMk cId="2889495681" sldId="264"/>
            <ac:spMk id="7" creationId="{F4426A05-7818-1EAF-C9B8-BED7EE757D02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7:51.483" v="11"/>
          <ac:spMkLst>
            <pc:docMk/>
            <pc:sldMk cId="2889495681" sldId="264"/>
            <ac:spMk id="12" creationId="{514FC4BF-A541-8E5F-5733-AA260E7D6C5B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7:51.483" v="11"/>
          <ac:spMkLst>
            <pc:docMk/>
            <pc:sldMk cId="2889495681" sldId="264"/>
            <ac:spMk id="14" creationId="{899C9EF4-4040-9B76-9AFE-B846CC767793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7:51.483" v="11"/>
          <ac:spMkLst>
            <pc:docMk/>
            <pc:sldMk cId="2889495681" sldId="264"/>
            <ac:spMk id="16" creationId="{7280437E-EC60-BE67-D6CF-3B12B4E7994B}"/>
          </ac:spMkLst>
        </pc:spChg>
        <pc:spChg chg="add mod ord">
          <ac:chgData name="BHUKYA KOUSHIK KRISHNA RATHOD" userId="S::b.rathod@iitg.ac.in::aeca8632-4bcc-482f-bee9-3ddf53b95bc0" providerId="AD" clId="Web-{B1866A23-3F6D-4CB8-B4BB-50BA36C6AFDA}" dt="2024-04-23T09:58:32.843" v="20"/>
          <ac:spMkLst>
            <pc:docMk/>
            <pc:sldMk cId="2889495681" sldId="264"/>
            <ac:spMk id="18" creationId="{A9B32E02-F909-C441-8D44-4DF036DA77A0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8:03.280" v="16"/>
          <ac:spMkLst>
            <pc:docMk/>
            <pc:sldMk cId="2889495681" sldId="264"/>
            <ac:spMk id="19" creationId="{B7433E2C-1710-7CEA-CF90-3E6ADD050D22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8:03.280" v="16"/>
          <ac:spMkLst>
            <pc:docMk/>
            <pc:sldMk cId="2889495681" sldId="264"/>
            <ac:spMk id="20" creationId="{43592F47-6192-2CEF-F9C4-BFC2B4A4818F}"/>
          </ac:spMkLst>
        </pc:spChg>
        <pc:spChg chg="add mod ord">
          <ac:chgData name="BHUKYA KOUSHIK KRISHNA RATHOD" userId="S::b.rathod@iitg.ac.in::aeca8632-4bcc-482f-bee9-3ddf53b95bc0" providerId="AD" clId="Web-{B1866A23-3F6D-4CB8-B4BB-50BA36C6AFDA}" dt="2024-04-23T09:58:32.843" v="20"/>
          <ac:spMkLst>
            <pc:docMk/>
            <pc:sldMk cId="2889495681" sldId="264"/>
            <ac:spMk id="21" creationId="{ACD8D8F3-CE8E-5772-7648-D8D5D8E4AC1E}"/>
          </ac:spMkLst>
        </pc:spChg>
        <pc:spChg chg="add mod ord">
          <ac:chgData name="BHUKYA KOUSHIK KRISHNA RATHOD" userId="S::b.rathod@iitg.ac.in::aeca8632-4bcc-482f-bee9-3ddf53b95bc0" providerId="AD" clId="Web-{B1866A23-3F6D-4CB8-B4BB-50BA36C6AFDA}" dt="2024-04-23T09:58:32.843" v="20"/>
          <ac:spMkLst>
            <pc:docMk/>
            <pc:sldMk cId="2889495681" sldId="264"/>
            <ac:spMk id="22" creationId="{68084EC9-23A0-1213-E50E-10D4C86E7F31}"/>
          </ac:spMkLst>
        </pc:spChg>
        <pc:spChg chg="add del">
          <ac:chgData name="BHUKYA KOUSHIK KRISHNA RATHOD" userId="S::b.rathod@iitg.ac.in::aeca8632-4bcc-482f-bee9-3ddf53b95bc0" providerId="AD" clId="Web-{B1866A23-3F6D-4CB8-B4BB-50BA36C6AFDA}" dt="2024-04-23T09:58:03.280" v="15"/>
          <ac:spMkLst>
            <pc:docMk/>
            <pc:sldMk cId="2889495681" sldId="264"/>
            <ac:spMk id="27" creationId="{FAFA61B0-5D31-102F-5979-DE08AEED9257}"/>
          </ac:spMkLst>
        </pc:spChg>
        <pc:spChg chg="add del">
          <ac:chgData name="BHUKYA KOUSHIK KRISHNA RATHOD" userId="S::b.rathod@iitg.ac.in::aeca8632-4bcc-482f-bee9-3ddf53b95bc0" providerId="AD" clId="Web-{B1866A23-3F6D-4CB8-B4BB-50BA36C6AFDA}" dt="2024-04-23T09:58:03.280" v="15"/>
          <ac:spMkLst>
            <pc:docMk/>
            <pc:sldMk cId="2889495681" sldId="264"/>
            <ac:spMk id="29" creationId="{E308849E-9197-07C8-7666-4DA771EDD183}"/>
          </ac:spMkLst>
        </pc:spChg>
        <pc:spChg chg="add del mod">
          <ac:chgData name="BHUKYA KOUSHIK KRISHNA RATHOD" userId="S::b.rathod@iitg.ac.in::aeca8632-4bcc-482f-bee9-3ddf53b95bc0" providerId="AD" clId="Web-{B1866A23-3F6D-4CB8-B4BB-50BA36C6AFDA}" dt="2024-04-23T09:58:32.843" v="20"/>
          <ac:spMkLst>
            <pc:docMk/>
            <pc:sldMk cId="2889495681" sldId="264"/>
            <ac:spMk id="31" creationId="{9EB9D47E-1758-5E61-71E8-0AF4D164AB9B}"/>
          </ac:spMkLst>
        </pc:spChg>
        <pc:picChg chg="mod">
          <ac:chgData name="BHUKYA KOUSHIK KRISHNA RATHOD" userId="S::b.rathod@iitg.ac.in::aeca8632-4bcc-482f-bee9-3ddf53b95bc0" providerId="AD" clId="Web-{B1866A23-3F6D-4CB8-B4BB-50BA36C6AFDA}" dt="2024-04-23T09:59:51.891" v="28" actId="1076"/>
          <ac:picMkLst>
            <pc:docMk/>
            <pc:sldMk cId="2889495681" sldId="264"/>
            <ac:picMk id="5" creationId="{30756AF8-378F-24BB-5FFF-6A9264D4DF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6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8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3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4/24/2024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4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4/24/2024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5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4/24/2024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3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77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7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15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90524" y="1715963"/>
            <a:ext cx="9801923" cy="34778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chemeClr val="accent5"/>
                </a:solidFill>
                <a:latin typeface="Calibri"/>
                <a:cs typeface="Calibri"/>
              </a:rPr>
              <a:t>Mechanoreceptors:</a:t>
            </a:r>
            <a:r>
              <a:rPr lang="en-IN" sz="2000">
                <a:latin typeface="Calibri"/>
                <a:cs typeface="Calibri"/>
              </a:rPr>
              <a:t> Detect mechanical compression or stretching of the receptor of tissues adjacent to the receptor</a:t>
            </a:r>
          </a:p>
          <a:p>
            <a:pPr marL="342900" indent="-342900">
              <a:buAutoNum type="arabicPeriod"/>
            </a:pPr>
            <a:endParaRPr lang="en-IN" sz="2000">
              <a:latin typeface="Calibri"/>
              <a:cs typeface="Calibri"/>
            </a:endParaRPr>
          </a:p>
          <a:p>
            <a:r>
              <a:rPr lang="en-IN" sz="2000" b="1">
                <a:solidFill>
                  <a:schemeClr val="accent5"/>
                </a:solidFill>
                <a:latin typeface="Calibri"/>
                <a:cs typeface="Calibri"/>
              </a:rPr>
              <a:t>Thermoreceptors: </a:t>
            </a:r>
            <a:r>
              <a:rPr lang="en-IN" sz="2000">
                <a:latin typeface="Calibri"/>
                <a:cs typeface="Calibri"/>
              </a:rPr>
              <a:t>Detect changes in temperature (cold/warmth)</a:t>
            </a:r>
          </a:p>
          <a:p>
            <a:endParaRPr lang="en-IN" sz="2000">
              <a:latin typeface="Calibri"/>
              <a:cs typeface="Calibri"/>
            </a:endParaRPr>
          </a:p>
          <a:p>
            <a:r>
              <a:rPr lang="en-IN" sz="2000" b="1">
                <a:solidFill>
                  <a:schemeClr val="accent5"/>
                </a:solidFill>
                <a:latin typeface="Calibri"/>
                <a:cs typeface="Calibri"/>
              </a:rPr>
              <a:t>Nociceptors: </a:t>
            </a:r>
            <a:r>
              <a:rPr lang="en-IN" sz="2000">
                <a:latin typeface="Calibri"/>
                <a:cs typeface="Calibri"/>
              </a:rPr>
              <a:t>Pain receptors</a:t>
            </a:r>
          </a:p>
          <a:p>
            <a:endParaRPr lang="en-IN" sz="2000">
              <a:latin typeface="Calibri"/>
              <a:cs typeface="Calibri"/>
            </a:endParaRPr>
          </a:p>
          <a:p>
            <a:r>
              <a:rPr lang="en-IN" sz="2000" b="1">
                <a:solidFill>
                  <a:schemeClr val="accent5"/>
                </a:solidFill>
                <a:latin typeface="Calibri"/>
                <a:cs typeface="Calibri"/>
              </a:rPr>
              <a:t>Electromagnetic receptors: </a:t>
            </a:r>
            <a:r>
              <a:rPr lang="en-IN" sz="2000">
                <a:latin typeface="Calibri"/>
                <a:cs typeface="Calibri"/>
              </a:rPr>
              <a:t>Detect light</a:t>
            </a:r>
          </a:p>
          <a:p>
            <a:endParaRPr lang="en-IN" sz="2000">
              <a:latin typeface="Calibri"/>
              <a:cs typeface="Calibri"/>
            </a:endParaRPr>
          </a:p>
          <a:p>
            <a:r>
              <a:rPr lang="en-IN" sz="2000" b="1">
                <a:solidFill>
                  <a:schemeClr val="accent5"/>
                </a:solidFill>
                <a:latin typeface="Calibri"/>
                <a:cs typeface="Calibri"/>
              </a:rPr>
              <a:t>Chemoreceptors: </a:t>
            </a:r>
            <a:r>
              <a:rPr lang="en-IN" sz="2000">
                <a:latin typeface="Calibri"/>
                <a:cs typeface="Calibri"/>
              </a:rPr>
              <a:t>Detect taste, smell, oxygen level in blood, osmolality (electrolyte-water balance) of the fluids, CO</a:t>
            </a:r>
            <a:r>
              <a:rPr lang="en-IN" sz="1400" b="0" i="0" u="none" strike="noStrike" baseline="0">
                <a:latin typeface="Calibri"/>
                <a:cs typeface="Calibri"/>
              </a:rPr>
              <a:t>2</a:t>
            </a:r>
            <a:r>
              <a:rPr lang="en-IN" sz="2000" b="0" i="0" u="none" strike="noStrike" baseline="0">
                <a:latin typeface="Calibri"/>
                <a:cs typeface="Calibri"/>
              </a:rPr>
              <a:t> </a:t>
            </a:r>
            <a:r>
              <a:rPr lang="en-IN" sz="2000">
                <a:latin typeface="Calibri"/>
                <a:cs typeface="Calibri"/>
              </a:rPr>
              <a:t>concentrations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2790" y="680227"/>
            <a:ext cx="1876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/>
              <a:t>Receptors</a:t>
            </a:r>
          </a:p>
        </p:txBody>
      </p:sp>
    </p:spTree>
    <p:extLst>
      <p:ext uri="{BB962C8B-B14F-4D97-AF65-F5344CB8AC3E}">
        <p14:creationId xmlns:p14="http://schemas.microsoft.com/office/powerpoint/2010/main" val="135380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4488" y="1578571"/>
            <a:ext cx="9889345" cy="424731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Basic structure of the eye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Blind spot</a:t>
            </a:r>
          </a:p>
          <a:p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Formation of an image on retina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Farsightedness (hyperopia/hypermetropia) and </a:t>
            </a:r>
            <a:r>
              <a:rPr lang="en-IN" err="1">
                <a:solidFill>
                  <a:srgbClr val="002060"/>
                </a:solidFill>
                <a:latin typeface="Rockwell"/>
              </a:rPr>
              <a:t>Nearsightedness</a:t>
            </a:r>
            <a:r>
              <a:rPr lang="en-IN">
                <a:solidFill>
                  <a:srgbClr val="002060"/>
                </a:solidFill>
                <a:latin typeface="Rockwell"/>
              </a:rPr>
              <a:t> (myopia)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>
                <a:solidFill>
                  <a:srgbClr val="002060"/>
                </a:solidFill>
                <a:latin typeface="Rockwell"/>
              </a:rPr>
              <a:t>Intraocular </a:t>
            </a:r>
            <a:r>
              <a:rPr lang="pt-BR" err="1">
                <a:solidFill>
                  <a:srgbClr val="002060"/>
                </a:solidFill>
                <a:latin typeface="Rockwell"/>
              </a:rPr>
              <a:t>fluid</a:t>
            </a:r>
            <a:r>
              <a:rPr lang="pt-BR">
                <a:solidFill>
                  <a:srgbClr val="002060"/>
                </a:solidFill>
                <a:latin typeface="Rockwell"/>
              </a:rPr>
              <a:t>, </a:t>
            </a:r>
            <a:r>
              <a:rPr lang="pt-BR" err="1">
                <a:solidFill>
                  <a:srgbClr val="002060"/>
                </a:solidFill>
                <a:latin typeface="Rockwell"/>
              </a:rPr>
              <a:t>tonometer</a:t>
            </a:r>
            <a:r>
              <a:rPr lang="pt-BR">
                <a:solidFill>
                  <a:srgbClr val="002060"/>
                </a:solidFill>
                <a:latin typeface="Rockwell"/>
              </a:rPr>
              <a:t>, </a:t>
            </a:r>
            <a:r>
              <a:rPr lang="pt-BR" err="1">
                <a:solidFill>
                  <a:srgbClr val="002060"/>
                </a:solidFill>
                <a:latin typeface="Rockwell"/>
              </a:rPr>
              <a:t>and</a:t>
            </a:r>
            <a:r>
              <a:rPr lang="pt-BR">
                <a:solidFill>
                  <a:srgbClr val="002060"/>
                </a:solidFill>
                <a:latin typeface="Rockwell"/>
              </a:rPr>
              <a:t> </a:t>
            </a:r>
            <a:r>
              <a:rPr lang="pt-BR" err="1">
                <a:solidFill>
                  <a:srgbClr val="002060"/>
                </a:solidFill>
                <a:latin typeface="Rockwell"/>
              </a:rPr>
              <a:t>glucoma</a:t>
            </a:r>
            <a:endParaRPr lang="pt-BR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Photochemistry of vision by rods and cons cells</a:t>
            </a:r>
          </a:p>
          <a:p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Night blindness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>
              <a:solidFill>
                <a:srgbClr val="002060"/>
              </a:solidFill>
              <a:latin typeface="Rockwell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>
                <a:solidFill>
                  <a:srgbClr val="002060"/>
                </a:solidFill>
                <a:latin typeface="Rockwell"/>
              </a:rPr>
              <a:t>Colour vision in reptiles and birds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559" y="479509"/>
            <a:ext cx="4635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/>
              <a:t>Vision and visual receptors</a:t>
            </a:r>
          </a:p>
        </p:txBody>
      </p:sp>
    </p:spTree>
    <p:extLst>
      <p:ext uri="{BB962C8B-B14F-4D97-AF65-F5344CB8AC3E}">
        <p14:creationId xmlns:p14="http://schemas.microsoft.com/office/powerpoint/2010/main" val="397655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371" y="455047"/>
            <a:ext cx="8397872" cy="620503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1943253" y="998824"/>
            <a:ext cx="89210" cy="585439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6729" y="136547"/>
            <a:ext cx="4552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/>
              <a:t>Human Eye: Structure &amp; Functions:</a:t>
            </a:r>
          </a:p>
        </p:txBody>
      </p:sp>
    </p:spTree>
    <p:extLst>
      <p:ext uri="{BB962C8B-B14F-4D97-AF65-F5344CB8AC3E}">
        <p14:creationId xmlns:p14="http://schemas.microsoft.com/office/powerpoint/2010/main" val="48125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ACD8D8F3-CE8E-5772-7648-D8D5D8E4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4DB48D2-38DD-4F80-86C4-CBFA11FF7019}" type="datetime1">
              <a:rPr lang="en-US"/>
              <a:pPr>
                <a:spcAft>
                  <a:spcPts val="600"/>
                </a:spcAft>
              </a:pPr>
              <a:t>4/24/2024</a:t>
            </a:fld>
            <a:endParaRPr 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68084EC9-23A0-1213-E50E-10D4C86E7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A9B32E02-F909-C441-8D44-4DF036DA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5" name="Picture 2" descr="Image result for structure of Eye">
            <a:extLst>
              <a:ext uri="{FF2B5EF4-FFF2-40B4-BE49-F238E27FC236}">
                <a16:creationId xmlns:a16="http://schemas.microsoft.com/office/drawing/2014/main" id="{30756AF8-378F-24BB-5FFF-6A9264D4D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050" y="359031"/>
            <a:ext cx="11586659" cy="638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49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93046" y="448779"/>
            <a:ext cx="3424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Blind Spot (Optic Disc)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45" y="1577193"/>
            <a:ext cx="4547598" cy="4623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42523" y="2074128"/>
            <a:ext cx="5988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/>
              <a:t>contains no photoreceptors, i.e. no rods or cones overlying the optic disc.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/>
              <a:t>entry point for the major blood vessels that supply the retina.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/>
              <a:t>represents the beginning of the optic nerve.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/>
              <a:t>carries 1–1.2 million afferent nerve fibres from the eye towards the brain.</a:t>
            </a:r>
          </a:p>
        </p:txBody>
      </p:sp>
    </p:spTree>
    <p:extLst>
      <p:ext uri="{BB962C8B-B14F-4D97-AF65-F5344CB8AC3E}">
        <p14:creationId xmlns:p14="http://schemas.microsoft.com/office/powerpoint/2010/main" val="31241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259" y="390293"/>
            <a:ext cx="11173521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>
                <a:latin typeface="CIDFont+F1"/>
              </a:rPr>
              <a:t>The lens system of eye is composed of </a:t>
            </a:r>
            <a:r>
              <a:rPr lang="en-IN" sz="2400" u="sng">
                <a:latin typeface="CIDFont+F1"/>
              </a:rPr>
              <a:t>four refractive interfaces</a:t>
            </a:r>
            <a:r>
              <a:rPr lang="en-IN" sz="2400">
                <a:latin typeface="CIDFont+F1"/>
              </a:rPr>
              <a:t>:</a:t>
            </a:r>
          </a:p>
          <a:p>
            <a:endParaRPr lang="en-IN" sz="900">
              <a:latin typeface="CIDFont+F1"/>
            </a:endParaRPr>
          </a:p>
          <a:p>
            <a:endParaRPr lang="en-IN" sz="2000">
              <a:latin typeface="CIDFont+F1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>
                <a:latin typeface="CIDFont+F2"/>
              </a:rPr>
              <a:t>The interface between air and the anterior surface of the cornea,</a:t>
            </a:r>
          </a:p>
          <a:p>
            <a:pPr marL="342900" indent="-342900">
              <a:buFont typeface="+mj-lt"/>
              <a:buAutoNum type="arabicPeriod"/>
            </a:pPr>
            <a:endParaRPr lang="en-IN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>
                <a:latin typeface="CIDFont+F2"/>
              </a:rPr>
              <a:t>The interface between the posterior surface of the cornea and the aqueous </a:t>
            </a:r>
            <a:r>
              <a:rPr lang="en-IN" err="1">
                <a:latin typeface="CIDFont+F2"/>
              </a:rPr>
              <a:t>humor</a:t>
            </a:r>
            <a:r>
              <a:rPr lang="en-IN">
                <a:latin typeface="CIDFont+F2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endParaRPr lang="en-IN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>
                <a:latin typeface="CIDFont+F2"/>
              </a:rPr>
              <a:t>The interface between the aqueous </a:t>
            </a:r>
            <a:r>
              <a:rPr lang="en-IN" err="1">
                <a:latin typeface="CIDFont+F2"/>
              </a:rPr>
              <a:t>humor</a:t>
            </a:r>
            <a:r>
              <a:rPr lang="en-IN">
                <a:latin typeface="CIDFont+F2"/>
              </a:rPr>
              <a:t> and the anterior surface of the crystalline lens of the eye, and</a:t>
            </a:r>
          </a:p>
          <a:p>
            <a:pPr marL="342900" indent="-342900">
              <a:buFont typeface="+mj-lt"/>
              <a:buAutoNum type="arabicPeriod"/>
            </a:pPr>
            <a:endParaRPr lang="en-IN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>
                <a:latin typeface="CIDFont+F2"/>
              </a:rPr>
              <a:t>The interface between the posterior surface of the lens and the vitreous </a:t>
            </a:r>
            <a:r>
              <a:rPr lang="en-IN" err="1">
                <a:latin typeface="CIDFont+F2"/>
              </a:rPr>
              <a:t>humor</a:t>
            </a:r>
            <a:r>
              <a:rPr lang="en-IN">
                <a:latin typeface="CIDFont+F2"/>
              </a:rPr>
              <a:t>.</a:t>
            </a:r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584560" y="4191881"/>
            <a:ext cx="399957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>
                <a:latin typeface="CIDFont+F2"/>
              </a:rPr>
              <a:t>Refractive Index (</a:t>
            </a:r>
            <a:r>
              <a:rPr lang="en-IN" b="1" i="1">
                <a:latin typeface="CIDFont+F2"/>
              </a:rPr>
              <a:t>RI</a:t>
            </a:r>
            <a:r>
              <a:rPr lang="en-IN" b="1">
                <a:latin typeface="CIDFont+F2"/>
              </a:rPr>
              <a:t>)</a:t>
            </a:r>
          </a:p>
          <a:p>
            <a:endParaRPr lang="en-IN">
              <a:latin typeface="CIDFont+F2"/>
            </a:endParaRPr>
          </a:p>
          <a:p>
            <a:pPr algn="ctr"/>
            <a:r>
              <a:rPr lang="en-IN">
                <a:latin typeface="CIDFont+F2"/>
              </a:rPr>
              <a:t>Air: 1</a:t>
            </a:r>
          </a:p>
          <a:p>
            <a:pPr algn="ctr"/>
            <a:r>
              <a:rPr lang="en-IN">
                <a:latin typeface="CIDFont+F2"/>
              </a:rPr>
              <a:t>Cornea: 1.38</a:t>
            </a:r>
          </a:p>
          <a:p>
            <a:pPr algn="ctr"/>
            <a:r>
              <a:rPr lang="en-IN">
                <a:latin typeface="CIDFont+F2"/>
              </a:rPr>
              <a:t>Aqueous </a:t>
            </a:r>
            <a:r>
              <a:rPr lang="en-IN" err="1">
                <a:latin typeface="CIDFont+F2"/>
              </a:rPr>
              <a:t>humor</a:t>
            </a:r>
            <a:r>
              <a:rPr lang="en-IN">
                <a:latin typeface="CIDFont+F2"/>
              </a:rPr>
              <a:t>: 1.34</a:t>
            </a:r>
          </a:p>
          <a:p>
            <a:pPr algn="ctr"/>
            <a:r>
              <a:rPr lang="en-IN">
                <a:latin typeface="CIDFont+F2"/>
              </a:rPr>
              <a:t>Crystalline lens (on average): 1.41</a:t>
            </a:r>
          </a:p>
          <a:p>
            <a:pPr algn="ctr"/>
            <a:r>
              <a:rPr lang="en-IN">
                <a:latin typeface="CIDFont+F2"/>
              </a:rPr>
              <a:t>Vitreous </a:t>
            </a:r>
            <a:r>
              <a:rPr lang="en-IN" err="1">
                <a:latin typeface="CIDFont+F2"/>
              </a:rPr>
              <a:t>humor</a:t>
            </a:r>
            <a:r>
              <a:rPr lang="en-IN">
                <a:latin typeface="CIDFont+F2"/>
              </a:rPr>
              <a:t>: 1.34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79" y="3746377"/>
            <a:ext cx="3943815" cy="26080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320" y="3582940"/>
            <a:ext cx="28765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8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12389" y="439565"/>
            <a:ext cx="4496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>
                <a:latin typeface="CIDFont+F1"/>
              </a:rPr>
              <a:t>The Electromagnetic Spectrum:</a:t>
            </a:r>
            <a:endParaRPr lang="en-IN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610" y="3347273"/>
            <a:ext cx="2601035" cy="17717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84" y="1654180"/>
            <a:ext cx="7972392" cy="3754163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5" idx="0"/>
          </p:cNvCxnSpPr>
          <p:nvPr/>
        </p:nvCxnSpPr>
        <p:spPr>
          <a:xfrm flipH="1" flipV="1">
            <a:off x="6579219" y="2419815"/>
            <a:ext cx="4063909" cy="9274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21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8039" y="267630"/>
            <a:ext cx="2485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>
                <a:latin typeface="CIDFont+F1"/>
              </a:rPr>
              <a:t>Image formation:</a:t>
            </a:r>
            <a:endParaRPr lang="en-IN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193" y="2190544"/>
            <a:ext cx="5715000" cy="1933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31529" y="914103"/>
            <a:ext cx="89210" cy="585439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28" y="1831006"/>
            <a:ext cx="5615546" cy="2664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8750" y="4719519"/>
            <a:ext cx="1592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Inverted image</a:t>
            </a:r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4465154" y="3528720"/>
            <a:ext cx="251812" cy="1190799"/>
          </a:xfrm>
          <a:prstGeom prst="straightConnector1">
            <a:avLst/>
          </a:prstGeom>
          <a:ln w="50800">
            <a:gradFill flip="none" rotWithShape="1">
              <a:gsLst>
                <a:gs pos="100000">
                  <a:schemeClr val="tx1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55838" y="4237463"/>
            <a:ext cx="11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Far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7188" y="4218649"/>
            <a:ext cx="135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Near object</a:t>
            </a:r>
          </a:p>
        </p:txBody>
      </p:sp>
    </p:spTree>
    <p:extLst>
      <p:ext uri="{BB962C8B-B14F-4D97-AF65-F5344CB8AC3E}">
        <p14:creationId xmlns:p14="http://schemas.microsoft.com/office/powerpoint/2010/main" val="165632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91677" y="598593"/>
            <a:ext cx="605481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u="sng">
                <a:latin typeface="CIDFont+F1"/>
              </a:rPr>
              <a:t>The eye as a camera:</a:t>
            </a:r>
          </a:p>
          <a:p>
            <a:endParaRPr lang="en-IN" sz="2400">
              <a:latin typeface="CIDFont+F1"/>
            </a:endParaRPr>
          </a:p>
          <a:p>
            <a:r>
              <a:rPr lang="en-IN">
                <a:latin typeface="CIDFont+F3"/>
              </a:rPr>
              <a:t> </a:t>
            </a:r>
            <a:r>
              <a:rPr lang="en-IN">
                <a:latin typeface="CIDFont+F2"/>
              </a:rPr>
              <a:t>A lens system,</a:t>
            </a:r>
          </a:p>
          <a:p>
            <a:endParaRPr lang="en-IN">
              <a:latin typeface="CIDFont+F2"/>
            </a:endParaRPr>
          </a:p>
          <a:p>
            <a:r>
              <a:rPr lang="en-IN">
                <a:latin typeface="CIDFont+F3"/>
              </a:rPr>
              <a:t> </a:t>
            </a:r>
            <a:r>
              <a:rPr lang="en-IN">
                <a:latin typeface="CIDFont+F2"/>
              </a:rPr>
              <a:t>A variable aperture system (the pupil)</a:t>
            </a:r>
          </a:p>
          <a:p>
            <a:endParaRPr lang="en-IN">
              <a:latin typeface="CIDFont+F2"/>
            </a:endParaRPr>
          </a:p>
          <a:p>
            <a:r>
              <a:rPr lang="en-IN">
                <a:latin typeface="CIDFont+F3"/>
              </a:rPr>
              <a:t> </a:t>
            </a:r>
            <a:r>
              <a:rPr lang="en-IN">
                <a:latin typeface="CIDFont+F2"/>
              </a:rPr>
              <a:t>A film (the retina)</a:t>
            </a:r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80" y="1331603"/>
            <a:ext cx="6707555" cy="49286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68" y="3015584"/>
            <a:ext cx="4135818" cy="2755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9369" y="5768393"/>
            <a:ext cx="2505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Pupil works like aperture</a:t>
            </a:r>
          </a:p>
        </p:txBody>
      </p:sp>
    </p:spTree>
    <p:extLst>
      <p:ext uri="{BB962C8B-B14F-4D97-AF65-F5344CB8AC3E}">
        <p14:creationId xmlns:p14="http://schemas.microsoft.com/office/powerpoint/2010/main" val="331421503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493F8CB-3CE2-4B78-82CE-74106D7384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EB4D9A-3AE2-4E79-9B42-4A84FB64A18D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EE05A1-D425-46F1-9C42-E444F355B13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1</cp:revision>
  <dcterms:created xsi:type="dcterms:W3CDTF">2018-03-13T06:27:17Z</dcterms:created>
  <dcterms:modified xsi:type="dcterms:W3CDTF">2024-04-24T10:34:35Z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