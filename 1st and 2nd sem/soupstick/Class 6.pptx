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66" r:id="rId9"/>
    <p:sldId id="259" r:id="rId10"/>
    <p:sldId id="267" r:id="rId11"/>
    <p:sldId id="261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A179B-9117-E581-2DB4-C51A41DED80C}" v="5" dt="2024-04-23T06:49:50.723"/>
    <p1510:client id="{2490ADED-0831-42FA-9B89-F4E828F057B5}" v="4" dt="2024-04-24T06:49:58.013"/>
    <p1510:client id="{66F4D42E-A8E8-0173-5BC9-418F16A70330}" v="16" dt="2024-04-23T13:07:24.713"/>
    <p1510:client id="{6F6B225A-2BB8-4444-9679-7AC9499DE747}" v="3" dt="2024-04-23T09:08:44.073"/>
    <p1510:client id="{7B2D4263-EF3E-4B8D-86FE-D88E3A56E52A}" v="21" dt="2024-04-23T11:31:36.376"/>
    <p1510:client id="{BD802611-A1AA-64E5-B0C5-12F0DFD03255}" v="2" dt="2024-04-23T19:53:39.292"/>
    <p1510:client id="{C9AD236E-7948-17C9-8F91-C4A7C08B23F2}" v="47" dt="2024-04-23T13:04:36.303"/>
    <p1510:client id="{FB87F39A-8A2C-469E-834E-67EA5D58E862}" v="2" dt="2024-04-23T13:08:14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KYA KOUSHIK KRISHNA RATHOD" userId="S::b.rathod@iitg.ac.in::aeca8632-4bcc-482f-bee9-3ddf53b95bc0" providerId="AD" clId="Web-{FB87F39A-8A2C-469E-834E-67EA5D58E862}"/>
    <pc:docChg chg="modSld">
      <pc:chgData name="BHUKYA KOUSHIK KRISHNA RATHOD" userId="S::b.rathod@iitg.ac.in::aeca8632-4bcc-482f-bee9-3ddf53b95bc0" providerId="AD" clId="Web-{FB87F39A-8A2C-469E-834E-67EA5D58E862}" dt="2024-04-23T13:08:14.693" v="1" actId="1076"/>
      <pc:docMkLst>
        <pc:docMk/>
      </pc:docMkLst>
      <pc:sldChg chg="modSp">
        <pc:chgData name="BHUKYA KOUSHIK KRISHNA RATHOD" userId="S::b.rathod@iitg.ac.in::aeca8632-4bcc-482f-bee9-3ddf53b95bc0" providerId="AD" clId="Web-{FB87F39A-8A2C-469E-834E-67EA5D58E862}" dt="2024-04-23T13:08:14.693" v="1" actId="1076"/>
        <pc:sldMkLst>
          <pc:docMk/>
          <pc:sldMk cId="1504315038" sldId="257"/>
        </pc:sldMkLst>
        <pc:picChg chg="mod">
          <ac:chgData name="BHUKYA KOUSHIK KRISHNA RATHOD" userId="S::b.rathod@iitg.ac.in::aeca8632-4bcc-482f-bee9-3ddf53b95bc0" providerId="AD" clId="Web-{FB87F39A-8A2C-469E-834E-67EA5D58E862}" dt="2024-04-23T13:08:14.693" v="1" actId="1076"/>
          <ac:picMkLst>
            <pc:docMk/>
            <pc:sldMk cId="1504315038" sldId="257"/>
            <ac:picMk id="6" creationId="{00000000-0000-0000-0000-000000000000}"/>
          </ac:picMkLst>
        </pc:picChg>
      </pc:sldChg>
    </pc:docChg>
  </pc:docChgLst>
  <pc:docChgLst>
    <pc:chgData name="GUGULOTH VISHAL" userId="S::v.guguloth@iitg.ac.in::35d79d68-3ab9-4bfc-a9d2-12412b5f1b8d" providerId="AD" clId="Web-{C9AD236E-7948-17C9-8F91-C4A7C08B23F2}"/>
    <pc:docChg chg="modSld">
      <pc:chgData name="GUGULOTH VISHAL" userId="S::v.guguloth@iitg.ac.in::35d79d68-3ab9-4bfc-a9d2-12412b5f1b8d" providerId="AD" clId="Web-{C9AD236E-7948-17C9-8F91-C4A7C08B23F2}" dt="2024-04-23T13:04:36.303" v="46" actId="14100"/>
      <pc:docMkLst>
        <pc:docMk/>
      </pc:docMkLst>
      <pc:sldChg chg="modSp modTransition">
        <pc:chgData name="GUGULOTH VISHAL" userId="S::v.guguloth@iitg.ac.in::35d79d68-3ab9-4bfc-a9d2-12412b5f1b8d" providerId="AD" clId="Web-{C9AD236E-7948-17C9-8F91-C4A7C08B23F2}" dt="2024-04-23T13:04:36.303" v="46" actId="14100"/>
        <pc:sldMkLst>
          <pc:docMk/>
          <pc:sldMk cId="1504315038" sldId="257"/>
        </pc:sldMkLst>
        <pc:spChg chg="mod">
          <ac:chgData name="GUGULOTH VISHAL" userId="S::v.guguloth@iitg.ac.in::35d79d68-3ab9-4bfc-a9d2-12412b5f1b8d" providerId="AD" clId="Web-{C9AD236E-7948-17C9-8F91-C4A7C08B23F2}" dt="2024-04-23T13:03:37.974" v="29" actId="1076"/>
          <ac:spMkLst>
            <pc:docMk/>
            <pc:sldMk cId="1504315038" sldId="257"/>
            <ac:spMk id="4" creationId="{00000000-0000-0000-0000-000000000000}"/>
          </ac:spMkLst>
        </pc:spChg>
        <pc:spChg chg="mod">
          <ac:chgData name="GUGULOTH VISHAL" userId="S::v.guguloth@iitg.ac.in::35d79d68-3ab9-4bfc-a9d2-12412b5f1b8d" providerId="AD" clId="Web-{C9AD236E-7948-17C9-8F91-C4A7C08B23F2}" dt="2024-04-23T13:03:37.974" v="30" actId="1076"/>
          <ac:spMkLst>
            <pc:docMk/>
            <pc:sldMk cId="1504315038" sldId="257"/>
            <ac:spMk id="5" creationId="{00000000-0000-0000-0000-000000000000}"/>
          </ac:spMkLst>
        </pc:spChg>
        <pc:picChg chg="mod">
          <ac:chgData name="GUGULOTH VISHAL" userId="S::v.guguloth@iitg.ac.in::35d79d68-3ab9-4bfc-a9d2-12412b5f1b8d" providerId="AD" clId="Web-{C9AD236E-7948-17C9-8F91-C4A7C08B23F2}" dt="2024-04-23T13:04:36.303" v="46" actId="14100"/>
          <ac:picMkLst>
            <pc:docMk/>
            <pc:sldMk cId="1504315038" sldId="257"/>
            <ac:picMk id="6" creationId="{00000000-0000-0000-0000-000000000000}"/>
          </ac:picMkLst>
        </pc:picChg>
      </pc:sldChg>
    </pc:docChg>
  </pc:docChgLst>
  <pc:docChgLst>
    <pc:chgData name="SAGAR MODI" userId="S::sagar.modi@iitg.ac.in::f21a6055-bdfb-4131-a427-9532d6032ff3" providerId="AD" clId="Web-{BD802611-A1AA-64E5-B0C5-12F0DFD03255}"/>
    <pc:docChg chg="modSld">
      <pc:chgData name="SAGAR MODI" userId="S::sagar.modi@iitg.ac.in::f21a6055-bdfb-4131-a427-9532d6032ff3" providerId="AD" clId="Web-{BD802611-A1AA-64E5-B0C5-12F0DFD03255}" dt="2024-04-23T19:53:39.292" v="1"/>
      <pc:docMkLst>
        <pc:docMk/>
      </pc:docMkLst>
      <pc:sldChg chg="mod modShow">
        <pc:chgData name="SAGAR MODI" userId="S::sagar.modi@iitg.ac.in::f21a6055-bdfb-4131-a427-9532d6032ff3" providerId="AD" clId="Web-{BD802611-A1AA-64E5-B0C5-12F0DFD03255}" dt="2024-04-23T19:53:39.292" v="1"/>
        <pc:sldMkLst>
          <pc:docMk/>
          <pc:sldMk cId="1504315038" sldId="257"/>
        </pc:sldMkLst>
      </pc:sldChg>
    </pc:docChg>
  </pc:docChgLst>
  <pc:docChgLst>
    <pc:chgData name="ANANYA TAK" userId="S::ananya.tak@iitg.ac.in::ed523b2f-fee3-4fb9-9f11-5f0a14309531" providerId="AD" clId="Web-{6F6B225A-2BB8-4444-9679-7AC9499DE747}"/>
    <pc:docChg chg="modSld">
      <pc:chgData name="ANANYA TAK" userId="S::ananya.tak@iitg.ac.in::ed523b2f-fee3-4fb9-9f11-5f0a14309531" providerId="AD" clId="Web-{6F6B225A-2BB8-4444-9679-7AC9499DE747}" dt="2024-04-23T09:08:44.073" v="2"/>
      <pc:docMkLst>
        <pc:docMk/>
      </pc:docMkLst>
      <pc:sldChg chg="delSp">
        <pc:chgData name="ANANYA TAK" userId="S::ananya.tak@iitg.ac.in::ed523b2f-fee3-4fb9-9f11-5f0a14309531" providerId="AD" clId="Web-{6F6B225A-2BB8-4444-9679-7AC9499DE747}" dt="2024-04-23T09:08:44.073" v="2"/>
        <pc:sldMkLst>
          <pc:docMk/>
          <pc:sldMk cId="530634492" sldId="256"/>
        </pc:sldMkLst>
        <pc:inkChg chg="del">
          <ac:chgData name="ANANYA TAK" userId="S::ananya.tak@iitg.ac.in::ed523b2f-fee3-4fb9-9f11-5f0a14309531" providerId="AD" clId="Web-{6F6B225A-2BB8-4444-9679-7AC9499DE747}" dt="2024-04-23T09:08:44.073" v="2"/>
          <ac:inkMkLst>
            <pc:docMk/>
            <pc:sldMk cId="530634492" sldId="256"/>
            <ac:inkMk id="2" creationId="{7D482B7F-49F4-1E55-2E10-E6FCAE16DD95}"/>
          </ac:inkMkLst>
        </pc:inkChg>
        <pc:inkChg chg="del">
          <ac:chgData name="ANANYA TAK" userId="S::ananya.tak@iitg.ac.in::ed523b2f-fee3-4fb9-9f11-5f0a14309531" providerId="AD" clId="Web-{6F6B225A-2BB8-4444-9679-7AC9499DE747}" dt="2024-04-23T09:08:39.307" v="0"/>
          <ac:inkMkLst>
            <pc:docMk/>
            <pc:sldMk cId="530634492" sldId="256"/>
            <ac:inkMk id="3" creationId="{E5B0363F-BC73-5703-14FD-2DAEA23FF387}"/>
          </ac:inkMkLst>
        </pc:inkChg>
        <pc:inkChg chg="del">
          <ac:chgData name="ANANYA TAK" userId="S::ananya.tak@iitg.ac.in::ed523b2f-fee3-4fb9-9f11-5f0a14309531" providerId="AD" clId="Web-{6F6B225A-2BB8-4444-9679-7AC9499DE747}" dt="2024-04-23T09:08:44.073" v="1"/>
          <ac:inkMkLst>
            <pc:docMk/>
            <pc:sldMk cId="530634492" sldId="256"/>
            <ac:inkMk id="7" creationId="{A1470A83-99B5-A44D-0643-056FF9A24B0F}"/>
          </ac:inkMkLst>
        </pc:inkChg>
      </pc:sldChg>
    </pc:docChg>
  </pc:docChgLst>
  <pc:docChgLst>
    <pc:chgData name="BHUKYA KOUSHIK KRISHNA RATHOD" userId="S::b.rathod@iitg.ac.in::aeca8632-4bcc-482f-bee9-3ddf53b95bc0" providerId="AD" clId="Web-{7B2D4263-EF3E-4B8D-86FE-D88E3A56E52A}"/>
    <pc:docChg chg="modSld">
      <pc:chgData name="BHUKYA KOUSHIK KRISHNA RATHOD" userId="S::b.rathod@iitg.ac.in::aeca8632-4bcc-482f-bee9-3ddf53b95bc0" providerId="AD" clId="Web-{7B2D4263-EF3E-4B8D-86FE-D88E3A56E52A}" dt="2024-04-23T11:31:36.376" v="17" actId="1076"/>
      <pc:docMkLst>
        <pc:docMk/>
      </pc:docMkLst>
      <pc:sldChg chg="modSp">
        <pc:chgData name="BHUKYA KOUSHIK KRISHNA RATHOD" userId="S::b.rathod@iitg.ac.in::aeca8632-4bcc-482f-bee9-3ddf53b95bc0" providerId="AD" clId="Web-{7B2D4263-EF3E-4B8D-86FE-D88E3A56E52A}" dt="2024-04-23T10:30:50.724" v="8" actId="14100"/>
        <pc:sldMkLst>
          <pc:docMk/>
          <pc:sldMk cId="530634492" sldId="256"/>
        </pc:sldMkLst>
        <pc:spChg chg="mod">
          <ac:chgData name="BHUKYA KOUSHIK KRISHNA RATHOD" userId="S::b.rathod@iitg.ac.in::aeca8632-4bcc-482f-bee9-3ddf53b95bc0" providerId="AD" clId="Web-{7B2D4263-EF3E-4B8D-86FE-D88E3A56E52A}" dt="2024-04-23T10:30:50.724" v="8" actId="14100"/>
          <ac:spMkLst>
            <pc:docMk/>
            <pc:sldMk cId="530634492" sldId="256"/>
            <ac:spMk id="5" creationId="{00000000-0000-0000-0000-000000000000}"/>
          </ac:spMkLst>
        </pc:spChg>
      </pc:sldChg>
      <pc:sldChg chg="modSp">
        <pc:chgData name="BHUKYA KOUSHIK KRISHNA RATHOD" userId="S::b.rathod@iitg.ac.in::aeca8632-4bcc-482f-bee9-3ddf53b95bc0" providerId="AD" clId="Web-{7B2D4263-EF3E-4B8D-86FE-D88E3A56E52A}" dt="2024-04-23T10:40:11.898" v="9" actId="1076"/>
        <pc:sldMkLst>
          <pc:docMk/>
          <pc:sldMk cId="1504315038" sldId="257"/>
        </pc:sldMkLst>
        <pc:picChg chg="mod">
          <ac:chgData name="BHUKYA KOUSHIK KRISHNA RATHOD" userId="S::b.rathod@iitg.ac.in::aeca8632-4bcc-482f-bee9-3ddf53b95bc0" providerId="AD" clId="Web-{7B2D4263-EF3E-4B8D-86FE-D88E3A56E52A}" dt="2024-04-23T10:40:11.898" v="9" actId="1076"/>
          <ac:picMkLst>
            <pc:docMk/>
            <pc:sldMk cId="1504315038" sldId="257"/>
            <ac:picMk id="6" creationId="{00000000-0000-0000-0000-000000000000}"/>
          </ac:picMkLst>
        </pc:picChg>
      </pc:sldChg>
      <pc:sldChg chg="modSp">
        <pc:chgData name="BHUKYA KOUSHIK KRISHNA RATHOD" userId="S::b.rathod@iitg.ac.in::aeca8632-4bcc-482f-bee9-3ddf53b95bc0" providerId="AD" clId="Web-{7B2D4263-EF3E-4B8D-86FE-D88E3A56E52A}" dt="2024-04-23T11:31:36.376" v="17" actId="1076"/>
        <pc:sldMkLst>
          <pc:docMk/>
          <pc:sldMk cId="1720330594" sldId="259"/>
        </pc:sldMkLst>
        <pc:picChg chg="mod">
          <ac:chgData name="BHUKYA KOUSHIK KRISHNA RATHOD" userId="S::b.rathod@iitg.ac.in::aeca8632-4bcc-482f-bee9-3ddf53b95bc0" providerId="AD" clId="Web-{7B2D4263-EF3E-4B8D-86FE-D88E3A56E52A}" dt="2024-04-23T11:31:36.376" v="17" actId="1076"/>
          <ac:picMkLst>
            <pc:docMk/>
            <pc:sldMk cId="1720330594" sldId="259"/>
            <ac:picMk id="6" creationId="{00000000-0000-0000-0000-000000000000}"/>
          </ac:picMkLst>
        </pc:picChg>
      </pc:sldChg>
      <pc:sldChg chg="modSp">
        <pc:chgData name="BHUKYA KOUSHIK KRISHNA RATHOD" userId="S::b.rathod@iitg.ac.in::aeca8632-4bcc-482f-bee9-3ddf53b95bc0" providerId="AD" clId="Web-{7B2D4263-EF3E-4B8D-86FE-D88E3A56E52A}" dt="2024-04-23T10:51:38.165" v="10" actId="1076"/>
        <pc:sldMkLst>
          <pc:docMk/>
          <pc:sldMk cId="2979147971" sldId="260"/>
        </pc:sldMkLst>
        <pc:picChg chg="mod">
          <ac:chgData name="BHUKYA KOUSHIK KRISHNA RATHOD" userId="S::b.rathod@iitg.ac.in::aeca8632-4bcc-482f-bee9-3ddf53b95bc0" providerId="AD" clId="Web-{7B2D4263-EF3E-4B8D-86FE-D88E3A56E52A}" dt="2024-04-23T10:51:38.165" v="10" actId="1076"/>
          <ac:picMkLst>
            <pc:docMk/>
            <pc:sldMk cId="2979147971" sldId="260"/>
            <ac:picMk id="2" creationId="{00000000-0000-0000-0000-000000000000}"/>
          </ac:picMkLst>
        </pc:picChg>
      </pc:sldChg>
      <pc:sldChg chg="modSp">
        <pc:chgData name="BHUKYA KOUSHIK KRISHNA RATHOD" userId="S::b.rathod@iitg.ac.in::aeca8632-4bcc-482f-bee9-3ddf53b95bc0" providerId="AD" clId="Web-{7B2D4263-EF3E-4B8D-86FE-D88E3A56E52A}" dt="2024-04-23T11:03:30.682" v="11" actId="1076"/>
        <pc:sldMkLst>
          <pc:docMk/>
          <pc:sldMk cId="911617170" sldId="261"/>
        </pc:sldMkLst>
        <pc:picChg chg="mod">
          <ac:chgData name="BHUKYA KOUSHIK KRISHNA RATHOD" userId="S::b.rathod@iitg.ac.in::aeca8632-4bcc-482f-bee9-3ddf53b95bc0" providerId="AD" clId="Web-{7B2D4263-EF3E-4B8D-86FE-D88E3A56E52A}" dt="2024-04-23T11:03:30.682" v="11" actId="1076"/>
          <ac:picMkLst>
            <pc:docMk/>
            <pc:sldMk cId="911617170" sldId="261"/>
            <ac:picMk id="5" creationId="{20520809-1542-4486-809E-591441EC64F3}"/>
          </ac:picMkLst>
        </pc:picChg>
      </pc:sldChg>
      <pc:sldChg chg="modSp">
        <pc:chgData name="BHUKYA KOUSHIK KRISHNA RATHOD" userId="S::b.rathod@iitg.ac.in::aeca8632-4bcc-482f-bee9-3ddf53b95bc0" providerId="AD" clId="Web-{7B2D4263-EF3E-4B8D-86FE-D88E3A56E52A}" dt="2024-04-23T11:05:01.089" v="14" actId="20577"/>
        <pc:sldMkLst>
          <pc:docMk/>
          <pc:sldMk cId="2704025170" sldId="264"/>
        </pc:sldMkLst>
        <pc:spChg chg="mod">
          <ac:chgData name="BHUKYA KOUSHIK KRISHNA RATHOD" userId="S::b.rathod@iitg.ac.in::aeca8632-4bcc-482f-bee9-3ddf53b95bc0" providerId="AD" clId="Web-{7B2D4263-EF3E-4B8D-86FE-D88E3A56E52A}" dt="2024-04-23T11:05:01.089" v="14" actId="20577"/>
          <ac:spMkLst>
            <pc:docMk/>
            <pc:sldMk cId="2704025170" sldId="264"/>
            <ac:spMk id="5" creationId="{EBD9B367-C1AA-4838-A28F-3D214F4638E4}"/>
          </ac:spMkLst>
        </pc:spChg>
      </pc:sldChg>
    </pc:docChg>
  </pc:docChgLst>
  <pc:docChgLst>
    <pc:chgData name="ADRIJA RAY" userId="S::r.adrija@iitg.ac.in::db12e95a-842f-414d-a494-f86ddd28b19f" providerId="AD" clId="Web-{D0F1DC44-6554-EF2E-6D82-9A509915D5E7}"/>
    <pc:docChg chg="modSld">
      <pc:chgData name="ADRIJA RAY" userId="S::r.adrija@iitg.ac.in::db12e95a-842f-414d-a494-f86ddd28b19f" providerId="AD" clId="Web-{D0F1DC44-6554-EF2E-6D82-9A509915D5E7}" dt="2024-04-15T02:18:06.977" v="6"/>
      <pc:docMkLst>
        <pc:docMk/>
      </pc:docMkLst>
      <pc:sldChg chg="addSp">
        <pc:chgData name="ADRIJA RAY" userId="S::r.adrija@iitg.ac.in::db12e95a-842f-414d-a494-f86ddd28b19f" providerId="AD" clId="Web-{D0F1DC44-6554-EF2E-6D82-9A509915D5E7}" dt="2024-04-15T02:17:26.414" v="2"/>
        <pc:sldMkLst>
          <pc:docMk/>
          <pc:sldMk cId="530634492" sldId="256"/>
        </pc:sldMkLst>
        <pc:inkChg chg="add">
          <ac:chgData name="ADRIJA RAY" userId="S::r.adrija@iitg.ac.in::db12e95a-842f-414d-a494-f86ddd28b19f" providerId="AD" clId="Web-{D0F1DC44-6554-EF2E-6D82-9A509915D5E7}" dt="2024-04-15T02:17:21.663" v="0"/>
          <ac:inkMkLst>
            <pc:docMk/>
            <pc:sldMk cId="530634492" sldId="256"/>
            <ac:inkMk id="2" creationId="{7D482B7F-49F4-1E55-2E10-E6FCAE16DD95}"/>
          </ac:inkMkLst>
        </pc:inkChg>
        <pc:inkChg chg="add">
          <ac:chgData name="ADRIJA RAY" userId="S::r.adrija@iitg.ac.in::db12e95a-842f-414d-a494-f86ddd28b19f" providerId="AD" clId="Web-{D0F1DC44-6554-EF2E-6D82-9A509915D5E7}" dt="2024-04-15T02:17:24.117" v="1"/>
          <ac:inkMkLst>
            <pc:docMk/>
            <pc:sldMk cId="530634492" sldId="256"/>
            <ac:inkMk id="3" creationId="{E5B0363F-BC73-5703-14FD-2DAEA23FF387}"/>
          </ac:inkMkLst>
        </pc:inkChg>
        <pc:inkChg chg="add">
          <ac:chgData name="ADRIJA RAY" userId="S::r.adrija@iitg.ac.in::db12e95a-842f-414d-a494-f86ddd28b19f" providerId="AD" clId="Web-{D0F1DC44-6554-EF2E-6D82-9A509915D5E7}" dt="2024-04-15T02:17:26.414" v="2"/>
          <ac:inkMkLst>
            <pc:docMk/>
            <pc:sldMk cId="530634492" sldId="256"/>
            <ac:inkMk id="7" creationId="{A1470A83-99B5-A44D-0643-056FF9A24B0F}"/>
          </ac:inkMkLst>
        </pc:inkChg>
      </pc:sldChg>
      <pc:sldChg chg="addSp">
        <pc:chgData name="ADRIJA RAY" userId="S::r.adrija@iitg.ac.in::db12e95a-842f-414d-a494-f86ddd28b19f" providerId="AD" clId="Web-{D0F1DC44-6554-EF2E-6D82-9A509915D5E7}" dt="2024-04-15T02:18:06.977" v="6"/>
        <pc:sldMkLst>
          <pc:docMk/>
          <pc:sldMk cId="1566100885" sldId="258"/>
        </pc:sldMkLst>
        <pc:inkChg chg="add">
          <ac:chgData name="ADRIJA RAY" userId="S::r.adrija@iitg.ac.in::db12e95a-842f-414d-a494-f86ddd28b19f" providerId="AD" clId="Web-{D0F1DC44-6554-EF2E-6D82-9A509915D5E7}" dt="2024-04-15T02:17:48.836" v="3"/>
          <ac:inkMkLst>
            <pc:docMk/>
            <pc:sldMk cId="1566100885" sldId="258"/>
            <ac:inkMk id="2" creationId="{4D772C76-2A16-5819-9AC2-5146222C2E4A}"/>
          </ac:inkMkLst>
        </pc:inkChg>
        <pc:inkChg chg="add">
          <ac:chgData name="ADRIJA RAY" userId="S::r.adrija@iitg.ac.in::db12e95a-842f-414d-a494-f86ddd28b19f" providerId="AD" clId="Web-{D0F1DC44-6554-EF2E-6D82-9A509915D5E7}" dt="2024-04-15T02:18:00.461" v="4"/>
          <ac:inkMkLst>
            <pc:docMk/>
            <pc:sldMk cId="1566100885" sldId="258"/>
            <ac:inkMk id="3" creationId="{32879A8A-18E1-ADD2-7562-65FD7778EABF}"/>
          </ac:inkMkLst>
        </pc:inkChg>
        <pc:inkChg chg="add">
          <ac:chgData name="ADRIJA RAY" userId="S::r.adrija@iitg.ac.in::db12e95a-842f-414d-a494-f86ddd28b19f" providerId="AD" clId="Web-{D0F1DC44-6554-EF2E-6D82-9A509915D5E7}" dt="2024-04-15T02:18:04.602" v="5"/>
          <ac:inkMkLst>
            <pc:docMk/>
            <pc:sldMk cId="1566100885" sldId="258"/>
            <ac:inkMk id="7" creationId="{DE4D686E-16E6-3653-F2DA-EB80F22ACB36}"/>
          </ac:inkMkLst>
        </pc:inkChg>
        <pc:inkChg chg="add">
          <ac:chgData name="ADRIJA RAY" userId="S::r.adrija@iitg.ac.in::db12e95a-842f-414d-a494-f86ddd28b19f" providerId="AD" clId="Web-{D0F1DC44-6554-EF2E-6D82-9A509915D5E7}" dt="2024-04-15T02:18:06.977" v="6"/>
          <ac:inkMkLst>
            <pc:docMk/>
            <pc:sldMk cId="1566100885" sldId="258"/>
            <ac:inkMk id="8" creationId="{0F383082-9C2C-4052-E475-B44D0DE96C54}"/>
          </ac:inkMkLst>
        </pc:inkChg>
      </pc:sldChg>
    </pc:docChg>
  </pc:docChgLst>
  <pc:docChgLst>
    <pc:chgData name="ABHIRAJ KUMAR" userId="S::k.abhiraj@iitg.ac.in::a053ab5b-6fc7-4e47-b561-2dd73711b205" providerId="AD" clId="Web-{3852096F-8535-5129-F3B3-186A8F5349A3}"/>
    <pc:docChg chg="modSld">
      <pc:chgData name="ABHIRAJ KUMAR" userId="S::k.abhiraj@iitg.ac.in::a053ab5b-6fc7-4e47-b561-2dd73711b205" providerId="AD" clId="Web-{3852096F-8535-5129-F3B3-186A8F5349A3}" dt="2024-04-14T11:52:47.754" v="0" actId="1076"/>
      <pc:docMkLst>
        <pc:docMk/>
      </pc:docMkLst>
      <pc:sldChg chg="modSp">
        <pc:chgData name="ABHIRAJ KUMAR" userId="S::k.abhiraj@iitg.ac.in::a053ab5b-6fc7-4e47-b561-2dd73711b205" providerId="AD" clId="Web-{3852096F-8535-5129-F3B3-186A8F5349A3}" dt="2024-04-14T11:52:47.754" v="0" actId="1076"/>
        <pc:sldMkLst>
          <pc:docMk/>
          <pc:sldMk cId="530634492" sldId="256"/>
        </pc:sldMkLst>
        <pc:picChg chg="mod">
          <ac:chgData name="ABHIRAJ KUMAR" userId="S::k.abhiraj@iitg.ac.in::a053ab5b-6fc7-4e47-b561-2dd73711b205" providerId="AD" clId="Web-{3852096F-8535-5129-F3B3-186A8F5349A3}" dt="2024-04-14T11:52:47.754" v="0" actId="1076"/>
          <ac:picMkLst>
            <pc:docMk/>
            <pc:sldMk cId="530634492" sldId="256"/>
            <ac:picMk id="6" creationId="{00000000-0000-0000-0000-000000000000}"/>
          </ac:picMkLst>
        </pc:picChg>
      </pc:sldChg>
    </pc:docChg>
  </pc:docChgLst>
  <pc:docChgLst>
    <pc:chgData name="PALAKEERTHI KIRANMAI" userId="S::k.palakeerthi@iitg.ac.in::dcc5fd01-0e86-4515-b40c-f76a5aaaa8a0" providerId="AD" clId="Web-{E7FEC2DC-9035-4D04-A59F-94119930A317}"/>
    <pc:docChg chg="sldOrd">
      <pc:chgData name="PALAKEERTHI KIRANMAI" userId="S::k.palakeerthi@iitg.ac.in::dcc5fd01-0e86-4515-b40c-f76a5aaaa8a0" providerId="AD" clId="Web-{E7FEC2DC-9035-4D04-A59F-94119930A317}" dt="2024-04-19T14:34:22.111" v="0"/>
      <pc:docMkLst>
        <pc:docMk/>
      </pc:docMkLst>
      <pc:sldChg chg="ord">
        <pc:chgData name="PALAKEERTHI KIRANMAI" userId="S::k.palakeerthi@iitg.ac.in::dcc5fd01-0e86-4515-b40c-f76a5aaaa8a0" providerId="AD" clId="Web-{E7FEC2DC-9035-4D04-A59F-94119930A317}" dt="2024-04-19T14:34:22.111" v="0"/>
        <pc:sldMkLst>
          <pc:docMk/>
          <pc:sldMk cId="558623995" sldId="267"/>
        </pc:sldMkLst>
      </pc:sldChg>
    </pc:docChg>
  </pc:docChgLst>
  <pc:docChgLst>
    <pc:chgData name="GHANTENAVARU OM" userId="S::o.ghantenavaru@iitg.ac.in::a63550bc-ac8f-4292-af13-f9e482e0ab6f" providerId="AD" clId="Web-{208A179B-9117-E581-2DB4-C51A41DED80C}"/>
    <pc:docChg chg="modSld">
      <pc:chgData name="GHANTENAVARU OM" userId="S::o.ghantenavaru@iitg.ac.in::a63550bc-ac8f-4292-af13-f9e482e0ab6f" providerId="AD" clId="Web-{208A179B-9117-E581-2DB4-C51A41DED80C}" dt="2024-04-23T06:49:50.723" v="4" actId="1076"/>
      <pc:docMkLst>
        <pc:docMk/>
      </pc:docMkLst>
      <pc:sldChg chg="modSp">
        <pc:chgData name="GHANTENAVARU OM" userId="S::o.ghantenavaru@iitg.ac.in::a63550bc-ac8f-4292-af13-f9e482e0ab6f" providerId="AD" clId="Web-{208A179B-9117-E581-2DB4-C51A41DED80C}" dt="2024-04-23T06:49:50.723" v="4" actId="1076"/>
        <pc:sldMkLst>
          <pc:docMk/>
          <pc:sldMk cId="530634492" sldId="256"/>
        </pc:sldMkLst>
        <pc:inkChg chg="mod">
          <ac:chgData name="GHANTENAVARU OM" userId="S::o.ghantenavaru@iitg.ac.in::a63550bc-ac8f-4292-af13-f9e482e0ab6f" providerId="AD" clId="Web-{208A179B-9117-E581-2DB4-C51A41DED80C}" dt="2024-04-23T06:49:26.004" v="0" actId="1076"/>
          <ac:inkMkLst>
            <pc:docMk/>
            <pc:sldMk cId="530634492" sldId="256"/>
            <ac:inkMk id="2" creationId="{7D482B7F-49F4-1E55-2E10-E6FCAE16DD95}"/>
          </ac:inkMkLst>
        </pc:inkChg>
        <pc:inkChg chg="mod">
          <ac:chgData name="GHANTENAVARU OM" userId="S::o.ghantenavaru@iitg.ac.in::a63550bc-ac8f-4292-af13-f9e482e0ab6f" providerId="AD" clId="Web-{208A179B-9117-E581-2DB4-C51A41DED80C}" dt="2024-04-23T06:49:47.677" v="3" actId="1076"/>
          <ac:inkMkLst>
            <pc:docMk/>
            <pc:sldMk cId="530634492" sldId="256"/>
            <ac:inkMk id="3" creationId="{E5B0363F-BC73-5703-14FD-2DAEA23FF387}"/>
          </ac:inkMkLst>
        </pc:inkChg>
        <pc:inkChg chg="mod">
          <ac:chgData name="GHANTENAVARU OM" userId="S::o.ghantenavaru@iitg.ac.in::a63550bc-ac8f-4292-af13-f9e482e0ab6f" providerId="AD" clId="Web-{208A179B-9117-E581-2DB4-C51A41DED80C}" dt="2024-04-23T06:49:50.723" v="4" actId="1076"/>
          <ac:inkMkLst>
            <pc:docMk/>
            <pc:sldMk cId="530634492" sldId="256"/>
            <ac:inkMk id="7" creationId="{A1470A83-99B5-A44D-0643-056FF9A24B0F}"/>
          </ac:inkMkLst>
        </pc:inkChg>
      </pc:sldChg>
    </pc:docChg>
  </pc:docChgLst>
  <pc:docChgLst>
    <pc:chgData name="GUGULOTH VISHAL" userId="S::v.guguloth@iitg.ac.in::35d79d68-3ab9-4bfc-a9d2-12412b5f1b8d" providerId="AD" clId="Web-{66F4D42E-A8E8-0173-5BC9-418F16A70330}"/>
    <pc:docChg chg="modSld">
      <pc:chgData name="GUGULOTH VISHAL" userId="S::v.guguloth@iitg.ac.in::35d79d68-3ab9-4bfc-a9d2-12412b5f1b8d" providerId="AD" clId="Web-{66F4D42E-A8E8-0173-5BC9-418F16A70330}" dt="2024-04-23T13:07:24.713" v="15" actId="1076"/>
      <pc:docMkLst>
        <pc:docMk/>
      </pc:docMkLst>
      <pc:sldChg chg="modSp">
        <pc:chgData name="GUGULOTH VISHAL" userId="S::v.guguloth@iitg.ac.in::35d79d68-3ab9-4bfc-a9d2-12412b5f1b8d" providerId="AD" clId="Web-{66F4D42E-A8E8-0173-5BC9-418F16A70330}" dt="2024-04-23T13:07:24.713" v="15" actId="1076"/>
        <pc:sldMkLst>
          <pc:docMk/>
          <pc:sldMk cId="1504315038" sldId="257"/>
        </pc:sldMkLst>
        <pc:spChg chg="mod">
          <ac:chgData name="GUGULOTH VISHAL" userId="S::v.guguloth@iitg.ac.in::35d79d68-3ab9-4bfc-a9d2-12412b5f1b8d" providerId="AD" clId="Web-{66F4D42E-A8E8-0173-5BC9-418F16A70330}" dt="2024-04-23T13:05:20.351" v="2" actId="1076"/>
          <ac:spMkLst>
            <pc:docMk/>
            <pc:sldMk cId="1504315038" sldId="257"/>
            <ac:spMk id="4" creationId="{00000000-0000-0000-0000-000000000000}"/>
          </ac:spMkLst>
        </pc:spChg>
        <pc:spChg chg="mod">
          <ac:chgData name="GUGULOTH VISHAL" userId="S::v.guguloth@iitg.ac.in::35d79d68-3ab9-4bfc-a9d2-12412b5f1b8d" providerId="AD" clId="Web-{66F4D42E-A8E8-0173-5BC9-418F16A70330}" dt="2024-04-23T13:07:24.713" v="15" actId="1076"/>
          <ac:spMkLst>
            <pc:docMk/>
            <pc:sldMk cId="1504315038" sldId="257"/>
            <ac:spMk id="5" creationId="{00000000-0000-0000-0000-000000000000}"/>
          </ac:spMkLst>
        </pc:spChg>
        <pc:picChg chg="mod">
          <ac:chgData name="GUGULOTH VISHAL" userId="S::v.guguloth@iitg.ac.in::35d79d68-3ab9-4bfc-a9d2-12412b5f1b8d" providerId="AD" clId="Web-{66F4D42E-A8E8-0173-5BC9-418F16A70330}" dt="2024-04-23T13:07:16.322" v="14" actId="1076"/>
          <ac:picMkLst>
            <pc:docMk/>
            <pc:sldMk cId="1504315038" sldId="257"/>
            <ac:picMk id="6" creationId="{00000000-0000-0000-0000-000000000000}"/>
          </ac:picMkLst>
        </pc:picChg>
      </pc:sldChg>
    </pc:docChg>
  </pc:docChgLst>
  <pc:docChgLst>
    <pc:chgData name="K RAHUL" userId="S::krahul.3044@iitg.ac.in::5f2a4117-e591-41b7-b8cc-10e22aee723f" providerId="AD" clId="Web-{2490ADED-0831-42FA-9B89-F4E828F057B5}"/>
    <pc:docChg chg="modSld">
      <pc:chgData name="K RAHUL" userId="S::krahul.3044@iitg.ac.in::5f2a4117-e591-41b7-b8cc-10e22aee723f" providerId="AD" clId="Web-{2490ADED-0831-42FA-9B89-F4E828F057B5}" dt="2024-04-24T06:49:58.013" v="3" actId="1076"/>
      <pc:docMkLst>
        <pc:docMk/>
      </pc:docMkLst>
      <pc:sldChg chg="modSp">
        <pc:chgData name="K RAHUL" userId="S::krahul.3044@iitg.ac.in::5f2a4117-e591-41b7-b8cc-10e22aee723f" providerId="AD" clId="Web-{2490ADED-0831-42FA-9B89-F4E828F057B5}" dt="2024-04-24T06:48:15.478" v="0" actId="1076"/>
        <pc:sldMkLst>
          <pc:docMk/>
          <pc:sldMk cId="1720330594" sldId="259"/>
        </pc:sldMkLst>
        <pc:picChg chg="mod">
          <ac:chgData name="K RAHUL" userId="S::krahul.3044@iitg.ac.in::5f2a4117-e591-41b7-b8cc-10e22aee723f" providerId="AD" clId="Web-{2490ADED-0831-42FA-9B89-F4E828F057B5}" dt="2024-04-24T06:48:15.478" v="0" actId="1076"/>
          <ac:picMkLst>
            <pc:docMk/>
            <pc:sldMk cId="1720330594" sldId="259"/>
            <ac:picMk id="6" creationId="{00000000-0000-0000-0000-000000000000}"/>
          </ac:picMkLst>
        </pc:picChg>
      </pc:sldChg>
      <pc:sldChg chg="modSp">
        <pc:chgData name="K RAHUL" userId="S::krahul.3044@iitg.ac.in::5f2a4117-e591-41b7-b8cc-10e22aee723f" providerId="AD" clId="Web-{2490ADED-0831-42FA-9B89-F4E828F057B5}" dt="2024-04-24T06:49:58.013" v="3" actId="1076"/>
        <pc:sldMkLst>
          <pc:docMk/>
          <pc:sldMk cId="558623995" sldId="267"/>
        </pc:sldMkLst>
        <pc:picChg chg="mod">
          <ac:chgData name="K RAHUL" userId="S::krahul.3044@iitg.ac.in::5f2a4117-e591-41b7-b8cc-10e22aee723f" providerId="AD" clId="Web-{2490ADED-0831-42FA-9B89-F4E828F057B5}" dt="2024-04-24T06:49:58.013" v="3" actId="1076"/>
          <ac:picMkLst>
            <pc:docMk/>
            <pc:sldMk cId="558623995" sldId="267"/>
            <ac:picMk id="6" creationId="{AADB022E-B652-41B7-8813-DF3ECFB499F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19T13:11:04.4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20542 10600 16383 0 0,'5'0'0'0'0,"18"0"0"0"0,15-5 0 0 0,11-2 0 0 0,14-5 0 0 0,6-6 0 0 0,7-4 0 0 0,1 1 0 0 0,-2 4 0 0 0,-4 5 0 0 0,3-1 0 0 0,-8 2 0 0 0,3 3 0 0 0,3 3 0 0 0,1 2 0 0 0,-1 1 0 0 0,-9 2 0 0 0,-9 0 0 0 0,-9 1 0 0 0,-6-1 0 0 0,-6 1 0 0 0,-2-1 0 0 0,-1 0 0 0 0,4 1 0 0 0,2-1 0 0 0,-1 0 0 0 0,6 0 0 0 0,-1 0 0 0 0,5 0 0 0 0,-1 0 0 0 0,3 0 0 0 0,-2 0 0 0 0,-3 5 0 0 0,-3 2 0 0 0,2-1 0 0 0,-1 0 0 0 0,-2 3 0 0 0,3 0 0 0 0,0-1 0 0 0,-7 3 0 0 0,0 5 0 0 0,1-1 0 0 0,-1-2 0 0 0,10 7 0 0 0,2 5 0 0 0,4-1 0 0 0,3-1 0 0 0,4 3 0 0 0,-8 0 0 0 0,-2 3 0 0 0,-3-5 0 0 0,0-1 0 0 0,-1-4 0 0 0,-3-5 0 0 0,-3-6 0 0 0,-3 2 0 0 0,-2-2 0 0 0,-6 4 0 0 0,-2 0 0 0 0,-1-3 0 0 0,2-2 0 0 0,1-3 0 0 0,2-2 0 0 0,1 4 0 0 0,1 1 0 0 0,1 0 0 0 0,5-2 0 0 0,7-2 0 0 0,2-1 0 0 0,8-1 0 0 0,6-1 0 0 0,3 0 0 0 0,2 0 0 0 0,-5-1 0 0 0,-7 1 0 0 0,-3 0 0 0 0,-3 0 0 0 0,0 0 0 0 0,-2 0 0 0 0,-4 0 0 0 0,-8-6 0 0 0,-5-1 0 0 0,-1 1 0 0 0,5 1 0 0 0,-3-4 0 0 0,-1-1 0 0 0,6 2 0 0 0,2 3 0 0 0,6-4 0 0 0,0-1 0 0 0,5-2 0 0 0,-6-6 0 0 0,-5 1 0 0 0,-2 3 0 0 0,2-1 0 0 0,2 2 0 0 0,-1-3 0 0 0,-1 3 0 0 0,-2-3 0 0 0,0 2 0 0 0,-2 3 0 0 0,0 4 0 0 0,5-3 0 0 0,1 1 0 0 0,1 1 0 0 0,-3 3 0 0 0,-6 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19T13:11:04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20712 12753 16383 0 0,'0'5'0'0'0,"5"23"0"0"0,7 22 0 0 0,12 29 0 0 0,2 21 0 0 0,7 15 0 0 0,2 9 0 0 0,-3-1 0 0 0,-3-1 0 0 0,-1-5 0 0 0,-5-2 0 0 0,-2-10 0 0 0,-3-7 0 0 0,-1-5 0 0 0,3-7 0 0 0,-3-3 0 0 0,2-6 0 0 0,-3 1 0 0 0,-4-3 0 0 0,1 1 0 0 0,-1-1 0 0 0,2-4 0 0 0,-2-3 0 0 0,-2-8 0 0 0,-3-3 0 0 0,3-7 0 0 0,-1-7 0 0 0,-2-4 0 0 0,4-10 0 0 0,-1-10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19T13:11:04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20793 12732 16383 0 0,'-6'10'0'0'0,"-6"14"0"0"0,-12 19 0 0 0,-7 18 0 0 0,-9 8 0 0 0,-7 9 0 0 0,-2-5 0 0 0,-3 2 0 0 0,8-1 0 0 0,6-4 0 0 0,4-13 0 0 0,3-11 0 0 0,7-8 0 0 0,7-6 0 0 0,1 3 0 0 0,-2-5 0 0 0,-2-3 0 0 0,1 0 0 0 0,4 1 0 0 0,0-5 0 0 0,2-1 0 0 0,-2 0 0 0 0,2 3 0 0 0,3-3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19T13:11:04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20796 12668 16383 0 0,'11'0'0'0'0,"23"0"0"0"0,28 0 0 0 0,24 5 0 0 0,8 8 0 0 0,8 0 0 0 0,3 4 0 0 0,-1-1 0 0 0,-7 2 0 0 0,-11 3 0 0 0,-8 4 0 0 0,-13-3 0 0 0,-7 0 0 0 0,-9 1 0 0 0,-6-2 0 0 0,-6-6 0 0 0,1 0 0 0 0,0 3 0 0 0,-2-1 0 0 0,-2-5 0 0 0,-6 2 0 0 0,-3-2 0 0 0,-6 3 0 0 0,0-2 0 0 0,-5-3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38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122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91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6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00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37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90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80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8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4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2D3E0-A4D8-4C20-A852-5FC7642A1857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3ABDE-B474-4CB0-9969-71DF271E9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25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62293" y="374961"/>
            <a:ext cx="1322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Hearing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3549" y="895944"/>
            <a:ext cx="11241188" cy="286232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/>
              <a:t>Hearing is the ability to perceive sound.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/>
              <a:t>The ear is an engineering marvel because its sensory receptors can transduce sound vibrations with amplitudes as small as the diameter of a gold atom (0.3 nm) into electrical signals.</a:t>
            </a:r>
            <a:endParaRPr lang="en-IN">
              <a:cs typeface="Calibri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/>
              <a:t>In the ear, mechanical energy is converted into electrical signals.</a:t>
            </a:r>
            <a:endParaRPr lang="en-IN">
              <a:cs typeface="Calibri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/>
              <a:t>The signals are 1000 times faster than photoreceptors can respond to light.</a:t>
            </a:r>
            <a:endParaRPr lang="en-IN">
              <a:cs typeface="Calibri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/>
              <a:t>The ear also contains receptors for equilibrium.</a:t>
            </a:r>
            <a:endParaRPr lang="en-IN"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296" y="3907963"/>
            <a:ext cx="39719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3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02993" y="1029751"/>
            <a:ext cx="3691890" cy="39703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/>
              <a:t>The ear is divided into three main regions:</a:t>
            </a:r>
          </a:p>
          <a:p>
            <a:endParaRPr lang="en-IN"/>
          </a:p>
          <a:p>
            <a:pPr marL="342900" indent="-342900">
              <a:buAutoNum type="arabicPeriod"/>
            </a:pPr>
            <a:r>
              <a:rPr lang="en-IN"/>
              <a:t>The outer or external ear, which collects sound waves and channels them inward;</a:t>
            </a:r>
          </a:p>
          <a:p>
            <a:pPr marL="342900" indent="-342900">
              <a:buAutoNum type="arabicPeriod"/>
            </a:pPr>
            <a:endParaRPr lang="en-IN"/>
          </a:p>
          <a:p>
            <a:pPr marL="342900" indent="-342900">
              <a:buAutoNum type="arabicPeriod"/>
            </a:pPr>
            <a:r>
              <a:rPr lang="en-IN"/>
              <a:t>The middle ear, which conveys sound vibrations to the oval window;</a:t>
            </a:r>
          </a:p>
          <a:p>
            <a:pPr marL="342900" indent="-342900">
              <a:buAutoNum type="arabicPeriod"/>
            </a:pPr>
            <a:endParaRPr lang="en-IN"/>
          </a:p>
          <a:p>
            <a:pPr marL="342900" indent="-342900">
              <a:buAutoNum type="arabicPeriod"/>
            </a:pPr>
            <a:r>
              <a:rPr lang="en-IN"/>
              <a:t>The inner ear, which houses the receptors for hearing and equilibrium.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6022" y="-4643"/>
            <a:ext cx="2994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Anatomy of the Ear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72" y="800880"/>
            <a:ext cx="6870034" cy="526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1503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23010" y="982980"/>
            <a:ext cx="9493311" cy="42473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outer ear consists of the </a:t>
            </a:r>
            <a:r>
              <a:rPr lang="en-IN">
                <a:solidFill>
                  <a:srgbClr val="FF0000"/>
                </a:solidFill>
              </a:rPr>
              <a:t>auricle</a:t>
            </a:r>
            <a:r>
              <a:rPr lang="en-IN"/>
              <a:t>, </a:t>
            </a:r>
            <a:r>
              <a:rPr lang="en-IN">
                <a:solidFill>
                  <a:srgbClr val="FF0000"/>
                </a:solidFill>
              </a:rPr>
              <a:t>external auditory canal</a:t>
            </a:r>
            <a:r>
              <a:rPr lang="en-IN"/>
              <a:t>, and </a:t>
            </a:r>
            <a:r>
              <a:rPr lang="en-IN">
                <a:solidFill>
                  <a:srgbClr val="FF0000"/>
                </a:solidFill>
              </a:rPr>
              <a:t>eardrum</a:t>
            </a:r>
            <a:r>
              <a:rPr lang="en-IN"/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auricle is a flap of </a:t>
            </a:r>
            <a:r>
              <a:rPr lang="en-IN">
                <a:solidFill>
                  <a:srgbClr val="FF0000"/>
                </a:solidFill>
              </a:rPr>
              <a:t>elastic cartilage </a:t>
            </a:r>
            <a:r>
              <a:rPr lang="en-IN"/>
              <a:t>shaped like the flared end of a trumpet and covered by skin.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rim of the auricle is </a:t>
            </a:r>
            <a:r>
              <a:rPr lang="en-IN">
                <a:solidFill>
                  <a:srgbClr val="FF0000"/>
                </a:solidFill>
              </a:rPr>
              <a:t>helix</a:t>
            </a:r>
            <a:r>
              <a:rPr lang="en-IN"/>
              <a:t>; the inferior portion is the </a:t>
            </a:r>
            <a:r>
              <a:rPr lang="en-IN">
                <a:solidFill>
                  <a:srgbClr val="FF0000"/>
                </a:solidFill>
              </a:rPr>
              <a:t>lobule</a:t>
            </a:r>
            <a:r>
              <a:rPr lang="en-IN"/>
              <a:t>. Ligaments and muscles attach the auricle to the head.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external auditory canal is a curved tube that extends </a:t>
            </a:r>
            <a:r>
              <a:rPr lang="en-IN" err="1"/>
              <a:t>upto</a:t>
            </a:r>
            <a:r>
              <a:rPr lang="en-IN"/>
              <a:t> the </a:t>
            </a:r>
            <a:r>
              <a:rPr lang="en-IN">
                <a:solidFill>
                  <a:srgbClr val="FF0000"/>
                </a:solidFill>
              </a:rPr>
              <a:t>eardrum</a:t>
            </a:r>
            <a:r>
              <a:rPr lang="en-IN"/>
              <a:t>. The eardrum is a thin partition between the external canal and the middle ear.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eardrum is covered by </a:t>
            </a:r>
            <a:r>
              <a:rPr lang="en-IN">
                <a:solidFill>
                  <a:srgbClr val="FF0000"/>
                </a:solidFill>
              </a:rPr>
              <a:t>epidermis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external canal contains a few hairs and specialized sweat glands (</a:t>
            </a:r>
            <a:r>
              <a:rPr lang="en-IN">
                <a:solidFill>
                  <a:srgbClr val="FF0000"/>
                </a:solidFill>
              </a:rPr>
              <a:t>ceruminous glands</a:t>
            </a:r>
            <a:r>
              <a:rPr lang="en-IN"/>
              <a:t>) that secrete earwax or </a:t>
            </a:r>
            <a:r>
              <a:rPr lang="en-IN">
                <a:solidFill>
                  <a:srgbClr val="FF0000"/>
                </a:solidFill>
              </a:rPr>
              <a:t>cerumen</a:t>
            </a:r>
            <a:r>
              <a:rPr lang="en-IN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174" y="5486402"/>
            <a:ext cx="7214839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/>
              <a:t>What are </a:t>
            </a:r>
            <a:r>
              <a:rPr lang="en-IN" sz="2400" b="1">
                <a:solidFill>
                  <a:schemeClr val="accent5">
                    <a:lumMod val="50000"/>
                  </a:schemeClr>
                </a:solidFill>
              </a:rPr>
              <a:t>perforated eardrum </a:t>
            </a:r>
            <a:r>
              <a:rPr lang="en-IN" sz="2400"/>
              <a:t>and </a:t>
            </a:r>
            <a:r>
              <a:rPr lang="en-IN" sz="2400" b="1">
                <a:solidFill>
                  <a:schemeClr val="accent5">
                    <a:lumMod val="50000"/>
                  </a:schemeClr>
                </a:solidFill>
              </a:rPr>
              <a:t>impacted cerumen</a:t>
            </a:r>
            <a:r>
              <a:rPr lang="en-IN" sz="2400"/>
              <a:t>!!!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5103" y="331752"/>
            <a:ext cx="1586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Outer ear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772C76-2A16-5819-9AC2-5146222C2E4A}"/>
                  </a:ext>
                </a:extLst>
              </p14:cNvPr>
              <p14:cNvContentPartPr/>
              <p14:nvPr/>
            </p14:nvContentPartPr>
            <p14:xfrm>
              <a:off x="8329543" y="4827860"/>
              <a:ext cx="1632275" cy="167043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772C76-2A16-5819-9AC2-5146222C2E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11547" y="4809898"/>
                <a:ext cx="1667908" cy="202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879A8A-18E1-ADD2-7562-65FD7778EABF}"/>
                  </a:ext>
                </a:extLst>
              </p14:cNvPr>
              <p14:cNvContentPartPr/>
              <p14:nvPr/>
            </p14:nvContentPartPr>
            <p14:xfrm>
              <a:off x="8417891" y="6032499"/>
              <a:ext cx="180828" cy="813701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879A8A-18E1-ADD2-7562-65FD7778EA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99916" y="6014505"/>
                <a:ext cx="216418" cy="8493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E4D686E-16E6-3653-F2DA-EB80F22ACB36}"/>
                  </a:ext>
                </a:extLst>
              </p14:cNvPr>
              <p14:cNvContentPartPr/>
              <p14:nvPr/>
            </p14:nvContentPartPr>
            <p14:xfrm>
              <a:off x="8145720" y="6021456"/>
              <a:ext cx="216953" cy="363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E4D686E-16E6-3653-F2DA-EB80F22ACB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27760" y="6003474"/>
                <a:ext cx="252513" cy="3995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F383082-9C2C-4052-E475-B44D0DE96C54}"/>
                  </a:ext>
                </a:extLst>
              </p14:cNvPr>
              <p14:cNvContentPartPr/>
              <p14:nvPr/>
            </p14:nvContentPartPr>
            <p14:xfrm>
              <a:off x="8462064" y="5988326"/>
              <a:ext cx="490391" cy="128428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F383082-9C2C-4052-E475-B44D0DE96C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44075" y="5970389"/>
                <a:ext cx="526010" cy="1639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6100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4902" y="636836"/>
            <a:ext cx="3155795" cy="59093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middle ear is the small air-filled cavity that is lined by the epithelium.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Separated from external ear by eardrum.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b="1"/>
              <a:t>Auditory ossicles</a:t>
            </a:r>
            <a:r>
              <a:rPr lang="en-IN"/>
              <a:t>: </a:t>
            </a:r>
            <a:r>
              <a:rPr lang="en-IN" b="1"/>
              <a:t>malleus</a:t>
            </a:r>
            <a:r>
              <a:rPr lang="en-IN"/>
              <a:t>, </a:t>
            </a:r>
            <a:r>
              <a:rPr lang="en-IN" b="1"/>
              <a:t>incus</a:t>
            </a:r>
            <a:r>
              <a:rPr lang="en-IN"/>
              <a:t> and </a:t>
            </a:r>
            <a:r>
              <a:rPr lang="en-IN" b="1"/>
              <a:t>stapes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base of the stapes fits into the </a:t>
            </a:r>
            <a:r>
              <a:rPr lang="en-IN" b="1"/>
              <a:t>oval window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Directly below the oval window is another opening called the </a:t>
            </a:r>
            <a:r>
              <a:rPr lang="en-IN" b="1"/>
              <a:t>round window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b="1"/>
              <a:t>Muscles/ligaments</a:t>
            </a:r>
            <a:r>
              <a:rPr lang="en-IN"/>
              <a:t> limits movements of ossicles to protect inner ear from loud noises.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7695" y="331752"/>
            <a:ext cx="1768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Middle ear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738" y="1246634"/>
            <a:ext cx="7973117" cy="46456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30068" y="6176814"/>
            <a:ext cx="423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Smallest skeletal muscle in human body???</a:t>
            </a:r>
          </a:p>
        </p:txBody>
      </p:sp>
      <p:sp>
        <p:nvSpPr>
          <p:cNvPr id="7" name="Oval 6"/>
          <p:cNvSpPr/>
          <p:nvPr/>
        </p:nvSpPr>
        <p:spPr>
          <a:xfrm>
            <a:off x="8709102" y="3445727"/>
            <a:ext cx="251996" cy="2453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14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Hearing Works Video - Process of Hearing Animation. Function &amp; Parts of  Human Ear. Sound Pathway on Make a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99" y="745486"/>
            <a:ext cx="7995340" cy="5996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80390" y="99436"/>
            <a:ext cx="4408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Middle Ear – how it works …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8715422" y="1127065"/>
            <a:ext cx="3287687" cy="5424540"/>
            <a:chOff x="8857091" y="1062670"/>
            <a:chExt cx="3287687" cy="5424540"/>
          </a:xfrm>
        </p:grpSpPr>
        <p:sp>
          <p:nvSpPr>
            <p:cNvPr id="6" name="TextBox 5"/>
            <p:cNvSpPr txBox="1"/>
            <p:nvPr/>
          </p:nvSpPr>
          <p:spPr>
            <a:xfrm>
              <a:off x="9193972" y="1062670"/>
              <a:ext cx="2575333" cy="3170099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4000"/>
                <a:t>Middle ear works as an amplifier in two ways</a:t>
              </a:r>
            </a:p>
          </p:txBody>
        </p:sp>
        <p:cxnSp>
          <p:nvCxnSpPr>
            <p:cNvPr id="3" name="Straight Arrow Connector 2"/>
            <p:cNvCxnSpPr>
              <a:stCxn id="6" idx="2"/>
            </p:cNvCxnSpPr>
            <p:nvPr/>
          </p:nvCxnSpPr>
          <p:spPr>
            <a:xfrm flipH="1">
              <a:off x="9569003" y="4232769"/>
              <a:ext cx="912636" cy="777113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stCxn id="6" idx="2"/>
            </p:cNvCxnSpPr>
            <p:nvPr/>
          </p:nvCxnSpPr>
          <p:spPr>
            <a:xfrm>
              <a:off x="10481639" y="4232769"/>
              <a:ext cx="763005" cy="777113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8857091" y="5138672"/>
              <a:ext cx="18607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/>
                <a:t>Area difference</a:t>
              </a:r>
            </a:p>
            <a:p>
              <a:r>
                <a:rPr lang="en-IN" b="1"/>
                <a:t>(55 to 3.2 </a:t>
              </a:r>
              <a:r>
                <a:rPr lang="en-IN" b="1" err="1"/>
                <a:t>sq</a:t>
              </a:r>
              <a:r>
                <a:rPr lang="en-IN" b="1"/>
                <a:t> mm)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22522" y="5009882"/>
              <a:ext cx="162225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b="1"/>
                <a:t>Configuration of ossicles</a:t>
              </a:r>
            </a:p>
            <a:p>
              <a:pPr algn="ctr"/>
              <a:r>
                <a:rPr lang="en-IN" b="1"/>
                <a:t>(Length of malleus and incus)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962142" y="2726972"/>
            <a:ext cx="1200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rgbClr val="FFC000"/>
                </a:solidFill>
              </a:rPr>
              <a:t>Malleus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0761" y="1788784"/>
            <a:ext cx="84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rgbClr val="FFC000"/>
                </a:solidFill>
              </a:rPr>
              <a:t>Incus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7414" y="4297164"/>
            <a:ext cx="1031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>
                <a:solidFill>
                  <a:srgbClr val="FFC000"/>
                </a:solidFill>
              </a:rPr>
              <a:t>Stapes</a:t>
            </a:r>
          </a:p>
        </p:txBody>
      </p:sp>
    </p:spTree>
    <p:extLst>
      <p:ext uri="{BB962C8B-B14F-4D97-AF65-F5344CB8AC3E}">
        <p14:creationId xmlns:p14="http://schemas.microsoft.com/office/powerpoint/2010/main" val="291199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52443" y="205141"/>
            <a:ext cx="1511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Inner 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727" y="401798"/>
            <a:ext cx="4540491" cy="6186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Inner ear is also called the </a:t>
            </a:r>
            <a:r>
              <a:rPr lang="en-IN" b="1"/>
              <a:t>labyrinth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b="1"/>
              <a:t>Bony labyrinth (BL)</a:t>
            </a:r>
            <a:r>
              <a:rPr lang="en-IN"/>
              <a:t> and </a:t>
            </a:r>
            <a:r>
              <a:rPr lang="en-IN" b="1"/>
              <a:t>membranous labyrinth (ML)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BL contains </a:t>
            </a:r>
            <a:r>
              <a:rPr lang="en-IN" b="1"/>
              <a:t>perilymph</a:t>
            </a:r>
            <a:r>
              <a:rPr lang="en-IN"/>
              <a:t> and ML contains </a:t>
            </a:r>
            <a:r>
              <a:rPr lang="en-IN" b="1"/>
              <a:t>endolymph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 </a:t>
            </a:r>
            <a:r>
              <a:rPr lang="en-IN" b="1"/>
              <a:t>vestibule</a:t>
            </a:r>
            <a:r>
              <a:rPr lang="en-IN"/>
              <a:t> is the oval central portion of the BL.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b="1"/>
              <a:t>Utricle</a:t>
            </a:r>
            <a:r>
              <a:rPr lang="en-IN"/>
              <a:t> (little bag) and </a:t>
            </a:r>
            <a:r>
              <a:rPr lang="en-IN" b="1"/>
              <a:t>saccule</a:t>
            </a:r>
            <a:r>
              <a:rPr lang="en-IN"/>
              <a:t> (little sac).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They are connected to the main duct through </a:t>
            </a:r>
            <a:r>
              <a:rPr lang="en-IN" b="1"/>
              <a:t>ampulla</a:t>
            </a:r>
            <a:r>
              <a:rPr lang="en-IN"/>
              <a:t> (swollen enlargements).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Vestibule houses sensory as well as motor neurons that synapse with receptors for </a:t>
            </a:r>
            <a:r>
              <a:rPr lang="en-IN" b="1"/>
              <a:t>equilibrium</a:t>
            </a:r>
            <a:r>
              <a:rPr lang="en-IN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/>
              <a:t>Anterior to vestibule is </a:t>
            </a:r>
            <a:r>
              <a:rPr lang="en-IN" b="1"/>
              <a:t>cochlea</a:t>
            </a:r>
            <a:r>
              <a:rPr lang="en-IN"/>
              <a:t>, a bony spiral canal.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62" b="11815"/>
          <a:stretch/>
        </p:blipFill>
        <p:spPr>
          <a:xfrm>
            <a:off x="4903749" y="1146940"/>
            <a:ext cx="6787530" cy="503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30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A6CE10-A74C-4932-B491-B993EC380283}"/>
              </a:ext>
            </a:extLst>
          </p:cNvPr>
          <p:cNvSpPr/>
          <p:nvPr/>
        </p:nvSpPr>
        <p:spPr>
          <a:xfrm>
            <a:off x="1651820" y="1325641"/>
            <a:ext cx="466332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>
                <a:solidFill>
                  <a:srgbClr val="0070C0"/>
                </a:solidFill>
              </a:rPr>
              <a:t>22 times amplification…</a:t>
            </a:r>
          </a:p>
          <a:p>
            <a:r>
              <a:rPr lang="en-IN" sz="3600">
                <a:solidFill>
                  <a:srgbClr val="0070C0"/>
                </a:solidFill>
              </a:rPr>
              <a:t>But why??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B022E-B652-41B7-8813-DF3ECFB49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537" y="3175704"/>
            <a:ext cx="2353940" cy="2353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1D603E-2601-4BF3-9C95-AB0E4281AEC8}"/>
              </a:ext>
            </a:extLst>
          </p:cNvPr>
          <p:cNvSpPr txBox="1"/>
          <p:nvPr/>
        </p:nvSpPr>
        <p:spPr>
          <a:xfrm>
            <a:off x="7231225" y="1388332"/>
            <a:ext cx="3704254" cy="39703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/>
              <a:t>The cochlea in the inner ear conducts sound through a liquid, instead of through air. This fluid has a much higher </a:t>
            </a:r>
            <a:r>
              <a:rPr lang="en-IN" sz="2800" u="sng"/>
              <a:t>inertia</a:t>
            </a:r>
            <a:r>
              <a:rPr lang="en-IN" sz="2800"/>
              <a:t> than air – i.e., it is harder to move. Hence, more pressure is required.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55862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520809-1542-4486-809E-591441EC64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6" t="12307" r="2513" b="11590"/>
          <a:stretch/>
        </p:blipFill>
        <p:spPr>
          <a:xfrm>
            <a:off x="898881" y="894870"/>
            <a:ext cx="8726269" cy="53867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1CC04-F743-4C33-8D9E-D590DBA98A5B}"/>
              </a:ext>
            </a:extLst>
          </p:cNvPr>
          <p:cNvSpPr txBox="1"/>
          <p:nvPr/>
        </p:nvSpPr>
        <p:spPr>
          <a:xfrm>
            <a:off x="4772615" y="261413"/>
            <a:ext cx="3289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/>
              <a:t>Physiology of hearing</a:t>
            </a:r>
          </a:p>
        </p:txBody>
      </p:sp>
    </p:spTree>
    <p:extLst>
      <p:ext uri="{BB962C8B-B14F-4D97-AF65-F5344CB8AC3E}">
        <p14:creationId xmlns:p14="http://schemas.microsoft.com/office/powerpoint/2010/main" val="911617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D9B367-C1AA-4838-A28F-3D214F4638E4}"/>
              </a:ext>
            </a:extLst>
          </p:cNvPr>
          <p:cNvSpPr txBox="1"/>
          <p:nvPr/>
        </p:nvSpPr>
        <p:spPr>
          <a:xfrm>
            <a:off x="787789" y="365742"/>
            <a:ext cx="10677378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IN">
                <a:latin typeface="AngsanaUPC"/>
                <a:cs typeface="AngsanaUPC"/>
              </a:rPr>
              <a:t>The auricle directs sound waves into the external auditory canal.</a:t>
            </a:r>
          </a:p>
          <a:p>
            <a:pPr marL="342900" indent="-342900" algn="just">
              <a:buFont typeface="+mj-lt"/>
              <a:buAutoNum type="arabicPeriod"/>
            </a:pPr>
            <a:endParaRPr lang="en-IN">
              <a:latin typeface="AngsanaUPC"/>
              <a:cs typeface="AngsanaUPC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>
                <a:latin typeface="AngsanaUPC"/>
                <a:cs typeface="AngsanaUPC"/>
              </a:rPr>
              <a:t>When sound waves strike the eardrum, it vibrates back and forth.</a:t>
            </a:r>
          </a:p>
          <a:p>
            <a:pPr marL="342900" indent="-342900" algn="just">
              <a:buFont typeface="+mj-lt"/>
              <a:buAutoNum type="arabicPeriod"/>
            </a:pPr>
            <a:endParaRPr lang="en-IN">
              <a:latin typeface="AngsanaUPC"/>
              <a:cs typeface="AngsanaUPC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>
                <a:latin typeface="AngsanaUPC"/>
                <a:cs typeface="AngsanaUPC"/>
              </a:rPr>
              <a:t>The malleus vibrates along with the eardrum, transmitting it further to the incus and then to the stapes.</a:t>
            </a:r>
          </a:p>
          <a:p>
            <a:pPr marL="342900" indent="-342900" algn="just">
              <a:buFont typeface="+mj-lt"/>
              <a:buAutoNum type="arabicPeriod"/>
            </a:pPr>
            <a:endParaRPr lang="en-IN">
              <a:latin typeface="AngsanaUPC"/>
              <a:cs typeface="AngsanaUPC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>
                <a:latin typeface="AngsanaUPC"/>
                <a:cs typeface="AngsanaUPC"/>
              </a:rPr>
              <a:t>The stapes moves back and forth and makes the oval window vibrate at an intensity ~22 times more than the eardrum.</a:t>
            </a:r>
          </a:p>
          <a:p>
            <a:pPr marL="342900" indent="-342900" algn="just">
              <a:buFont typeface="+mj-lt"/>
              <a:buAutoNum type="arabicPeriod"/>
            </a:pPr>
            <a:endParaRPr lang="en-IN">
              <a:latin typeface="AngsanaUPC"/>
              <a:cs typeface="AngsanaUPC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>
                <a:latin typeface="AngsanaUPC"/>
                <a:cs typeface="AngsanaUPC"/>
              </a:rPr>
              <a:t>This sets up fluid pressure waves in the perilymph of cochlea. As the oval window bulges inward, it pushes on the perilymph of scala vestibuli.</a:t>
            </a:r>
          </a:p>
          <a:p>
            <a:pPr marL="342900" indent="-342900" algn="just">
              <a:buFont typeface="+mj-lt"/>
              <a:buAutoNum type="arabicPeriod"/>
            </a:pPr>
            <a:endParaRPr lang="en-IN">
              <a:latin typeface="AngsanaUPC"/>
              <a:cs typeface="AngsanaUPC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>
                <a:latin typeface="AngsanaUPC"/>
                <a:cs typeface="AngsanaUPC"/>
              </a:rPr>
              <a:t>Pressure waves are further transmitted to scala tympani and eventually to the round window, making it to bulge outward into the middle ear.</a:t>
            </a:r>
          </a:p>
          <a:p>
            <a:pPr marL="342900" indent="-342900" algn="just">
              <a:buFont typeface="+mj-lt"/>
              <a:buAutoNum type="arabicPeriod"/>
            </a:pPr>
            <a:endParaRPr lang="en-IN">
              <a:latin typeface="AngsanaUPC"/>
              <a:cs typeface="AngsanaUPC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>
                <a:latin typeface="AngsanaUPC"/>
                <a:cs typeface="AngsanaUPC"/>
              </a:rPr>
              <a:t>Pressure waves pushes the vestibular membrane and then move into the endolymph of the cochlear duct.</a:t>
            </a:r>
          </a:p>
          <a:p>
            <a:pPr marL="342900" indent="-342900" algn="just">
              <a:buFont typeface="+mj-lt"/>
              <a:buAutoNum type="arabicPeriod"/>
            </a:pPr>
            <a:endParaRPr lang="en-IN">
              <a:latin typeface="AngsanaUPC"/>
              <a:cs typeface="AngsanaUPC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>
                <a:latin typeface="AngsanaUPC"/>
                <a:cs typeface="AngsanaUPC"/>
              </a:rPr>
              <a:t>The pressure in the endolymph causes the basilar membrane to vibrate. Hair cells are perturbed and electrical signal is generated from mechanical vibrations.</a:t>
            </a:r>
          </a:p>
          <a:p>
            <a:pPr marL="342900" indent="-342900" algn="just">
              <a:buFont typeface="+mj-lt"/>
              <a:buAutoNum type="arabicPeriod"/>
            </a:pPr>
            <a:endParaRPr lang="en-IN">
              <a:latin typeface="AngsanaUPC"/>
              <a:cs typeface="AngsanaUPC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IN">
                <a:latin typeface="AngsanaUPC"/>
                <a:cs typeface="AngsanaUPC"/>
              </a:rPr>
              <a:t>Sound waves of various frequencies cause certain regions of the basilar membrane to vibrate more intensely than other regions. Each segment of this membrane is ‘tuned’ for a particular pitch.</a:t>
            </a:r>
          </a:p>
        </p:txBody>
      </p:sp>
    </p:spTree>
    <p:extLst>
      <p:ext uri="{BB962C8B-B14F-4D97-AF65-F5344CB8AC3E}">
        <p14:creationId xmlns:p14="http://schemas.microsoft.com/office/powerpoint/2010/main" val="2704025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47496C-CB61-468D-82D0-D3DEC4302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83" y="1459289"/>
            <a:ext cx="10021633" cy="349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3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622627FE0BB42A7311AF50D73D144" ma:contentTypeVersion="10" ma:contentTypeDescription="Create a new document." ma:contentTypeScope="" ma:versionID="c7caf746f9f59231fcc88430109f7c93">
  <xsd:schema xmlns:xsd="http://www.w3.org/2001/XMLSchema" xmlns:xs="http://www.w3.org/2001/XMLSchema" xmlns:p="http://schemas.microsoft.com/office/2006/metadata/properties" xmlns:ns2="f3d90b6b-40ba-4cf1-9177-eadded3cce4b" xmlns:ns3="469ac0c8-6c93-45a5-801f-5dae600c78f6" targetNamespace="http://schemas.microsoft.com/office/2006/metadata/properties" ma:root="true" ma:fieldsID="d77bf9fd42b4d7e102237062b1ace12d" ns2:_="" ns3:_="">
    <xsd:import namespace="f3d90b6b-40ba-4cf1-9177-eadded3cce4b"/>
    <xsd:import namespace="469ac0c8-6c93-45a5-801f-5dae600c78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90b6b-40ba-4cf1-9177-eadded3cc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ac0c8-6c93-45a5-801f-5dae600c78f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57515B-7496-4E94-A691-8AE62934373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F1638C3-BD67-44C3-B1BE-B9DD696130F6}">
  <ds:schemaRefs>
    <ds:schemaRef ds:uri="469ac0c8-6c93-45a5-801f-5dae600c78f6"/>
    <ds:schemaRef ds:uri="f3d90b6b-40ba-4cf1-9177-eadded3cce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1C5FEDB-0FA1-4B55-98E4-5675B53721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revision>1</cp:revision>
  <dcterms:created xsi:type="dcterms:W3CDTF">2018-04-12T12:05:48Z</dcterms:created>
  <dcterms:modified xsi:type="dcterms:W3CDTF">2024-04-24T06:50:24Z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0x010100252622627FE0BB42A7311AF50D73D144</vt:lpwstr>
  </property>
</Properties>
</file>