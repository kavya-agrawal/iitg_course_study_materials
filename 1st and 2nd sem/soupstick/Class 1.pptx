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61" r:id="rId8"/>
    <p:sldId id="260" r:id="rId9"/>
    <p:sldId id="259" r:id="rId10"/>
    <p:sldId id="263" r:id="rId11"/>
    <p:sldId id="262" r:id="rId12"/>
    <p:sldId id="264" r:id="rId13"/>
    <p:sldId id="266" r:id="rId14"/>
    <p:sldId id="265" r:id="rId15"/>
    <p:sldId id="269" r:id="rId16"/>
    <p:sldId id="270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442FE0-3858-D004-3CD3-0CB5CF603DBF}" v="2" dt="2024-04-23T05:01:47.037"/>
    <p1510:client id="{31EA6084-4ABE-4F67-B3D2-F35A3CDE673D}" v="6" dt="2024-04-23T03:19:41.306"/>
    <p1510:client id="{49695192-F41F-4B9D-A75F-D50F672EB90E}" v="15" dt="2024-04-23T09:21:26.662"/>
    <p1510:client id="{50116C48-1787-D89C-5ABC-53F29B308B0C}" v="2" dt="2024-04-24T09:42:22.152"/>
    <p1510:client id="{5180DB1E-3799-4710-9505-FB0D12861AAC}" v="4" dt="2024-04-24T08:57:00.135"/>
    <p1510:client id="{5E148E52-C145-456F-99EE-D451F98CBBF9}" v="9" dt="2024-04-23T11:10:18.456"/>
    <p1510:client id="{64413E00-C4D4-2F28-BB25-A2CAB6F89F2B}" v="10" dt="2024-04-24T05:52:33.294"/>
    <p1510:client id="{B44604CF-BA9D-0053-5206-C6DF6F4375DF}" v="11" dt="2024-04-23T13:47:18.409"/>
    <p1510:client id="{FE5E80A0-D507-145E-FBFA-0D8FEFDCB778}" v="1" dt="2024-04-23T05:15:09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N PIYUSH PRAMOD KUMAR" userId="S::k.sen@iitg.ac.in::3a2fa8e3-086a-4717-9c67-5fa8003f8d2f" providerId="AD" clId="Web-{FE5E80A0-D507-145E-FBFA-0D8FEFDCB778}"/>
    <pc:docChg chg="modSld">
      <pc:chgData name="SEN PIYUSH PRAMOD KUMAR" userId="S::k.sen@iitg.ac.in::3a2fa8e3-086a-4717-9c67-5fa8003f8d2f" providerId="AD" clId="Web-{FE5E80A0-D507-145E-FBFA-0D8FEFDCB778}" dt="2024-04-23T05:15:09.930" v="0" actId="1076"/>
      <pc:docMkLst>
        <pc:docMk/>
      </pc:docMkLst>
      <pc:sldChg chg="modSp">
        <pc:chgData name="SEN PIYUSH PRAMOD KUMAR" userId="S::k.sen@iitg.ac.in::3a2fa8e3-086a-4717-9c67-5fa8003f8d2f" providerId="AD" clId="Web-{FE5E80A0-D507-145E-FBFA-0D8FEFDCB778}" dt="2024-04-23T05:15:09.930" v="0" actId="1076"/>
        <pc:sldMkLst>
          <pc:docMk/>
          <pc:sldMk cId="713717558" sldId="261"/>
        </pc:sldMkLst>
        <pc:picChg chg="mod">
          <ac:chgData name="SEN PIYUSH PRAMOD KUMAR" userId="S::k.sen@iitg.ac.in::3a2fa8e3-086a-4717-9c67-5fa8003f8d2f" providerId="AD" clId="Web-{FE5E80A0-D507-145E-FBFA-0D8FEFDCB778}" dt="2024-04-23T05:15:09.930" v="0" actId="1076"/>
          <ac:picMkLst>
            <pc:docMk/>
            <pc:sldMk cId="713717558" sldId="261"/>
            <ac:picMk id="5" creationId="{00000000-0000-0000-0000-000000000000}"/>
          </ac:picMkLst>
        </pc:picChg>
      </pc:sldChg>
    </pc:docChg>
  </pc:docChgLst>
  <pc:docChgLst>
    <pc:chgData name="KARRI ASHA SARITHA KUMARI" userId="S::k.karri@iitg.ac.in::0cdea57a-0f53-40e5-95ec-e7527c5f5cdd" providerId="AD" clId="Web-{77F17E20-54E3-744C-6980-1B1225C7B40D}"/>
    <pc:docChg chg="addSld">
      <pc:chgData name="KARRI ASHA SARITHA KUMARI" userId="S::k.karri@iitg.ac.in::0cdea57a-0f53-40e5-95ec-e7527c5f5cdd" providerId="AD" clId="Web-{77F17E20-54E3-744C-6980-1B1225C7B40D}" dt="2024-04-14T10:55:12.323" v="1"/>
      <pc:docMkLst>
        <pc:docMk/>
      </pc:docMkLst>
      <pc:sldChg chg="new">
        <pc:chgData name="KARRI ASHA SARITHA KUMARI" userId="S::k.karri@iitg.ac.in::0cdea57a-0f53-40e5-95ec-e7527c5f5cdd" providerId="AD" clId="Web-{77F17E20-54E3-744C-6980-1B1225C7B40D}" dt="2024-04-14T10:55:10.995" v="0"/>
        <pc:sldMkLst>
          <pc:docMk/>
          <pc:sldMk cId="1112766534" sldId="265"/>
        </pc:sldMkLst>
      </pc:sldChg>
      <pc:sldChg chg="new">
        <pc:chgData name="KARRI ASHA SARITHA KUMARI" userId="S::k.karri@iitg.ac.in::0cdea57a-0f53-40e5-95ec-e7527c5f5cdd" providerId="AD" clId="Web-{77F17E20-54E3-744C-6980-1B1225C7B40D}" dt="2024-04-14T10:55:12.323" v="1"/>
        <pc:sldMkLst>
          <pc:docMk/>
          <pc:sldMk cId="96409844" sldId="266"/>
        </pc:sldMkLst>
      </pc:sldChg>
    </pc:docChg>
  </pc:docChgLst>
  <pc:docChgLst>
    <pc:chgData name="ENIYAN E" userId="S::e.eniyan@iitg.ac.in::159c2fbe-6dd2-4bb1-a4d3-f2d10b84eb4d" providerId="AD" clId="Web-{DD62F7E6-E80A-4A16-B115-9670F73A1271}"/>
    <pc:docChg chg="addSld">
      <pc:chgData name="ENIYAN E" userId="S::e.eniyan@iitg.ac.in::159c2fbe-6dd2-4bb1-a4d3-f2d10b84eb4d" providerId="AD" clId="Web-{DD62F7E6-E80A-4A16-B115-9670F73A1271}" dt="2024-04-15T09:19:09.792" v="0"/>
      <pc:docMkLst>
        <pc:docMk/>
      </pc:docMkLst>
      <pc:sldChg chg="new">
        <pc:chgData name="ENIYAN E" userId="S::e.eniyan@iitg.ac.in::159c2fbe-6dd2-4bb1-a4d3-f2d10b84eb4d" providerId="AD" clId="Web-{DD62F7E6-E80A-4A16-B115-9670F73A1271}" dt="2024-04-15T09:19:09.792" v="0"/>
        <pc:sldMkLst>
          <pc:docMk/>
          <pc:sldMk cId="319676559" sldId="267"/>
        </pc:sldMkLst>
      </pc:sldChg>
    </pc:docChg>
  </pc:docChgLst>
  <pc:docChgLst>
    <pc:chgData name="SHIVANG" userId="S::shivang.7068@iitg.ac.in::7d03b55f-b55c-452b-99b4-401b2323eec6" providerId="AD" clId="Web-{5180DB1E-3799-4710-9505-FB0D12861AAC}"/>
    <pc:docChg chg="modSld sldOrd">
      <pc:chgData name="SHIVANG" userId="S::shivang.7068@iitg.ac.in::7d03b55f-b55c-452b-99b4-401b2323eec6" providerId="AD" clId="Web-{5180DB1E-3799-4710-9505-FB0D12861AAC}" dt="2024-04-24T08:57:00.135" v="3" actId="20577"/>
      <pc:docMkLst>
        <pc:docMk/>
      </pc:docMkLst>
      <pc:sldChg chg="modSp ord">
        <pc:chgData name="SHIVANG" userId="S::shivang.7068@iitg.ac.in::7d03b55f-b55c-452b-99b4-401b2323eec6" providerId="AD" clId="Web-{5180DB1E-3799-4710-9505-FB0D12861AAC}" dt="2024-04-24T08:57:00.135" v="3" actId="20577"/>
        <pc:sldMkLst>
          <pc:docMk/>
          <pc:sldMk cId="1112766534" sldId="265"/>
        </pc:sldMkLst>
        <pc:spChg chg="mod">
          <ac:chgData name="SHIVANG" userId="S::shivang.7068@iitg.ac.in::7d03b55f-b55c-452b-99b4-401b2323eec6" providerId="AD" clId="Web-{5180DB1E-3799-4710-9505-FB0D12861AAC}" dt="2024-04-24T08:57:00.135" v="3" actId="20577"/>
          <ac:spMkLst>
            <pc:docMk/>
            <pc:sldMk cId="1112766534" sldId="265"/>
            <ac:spMk id="3" creationId="{8596B94F-A443-ADAD-A842-0CC1DE5350D8}"/>
          </ac:spMkLst>
        </pc:spChg>
      </pc:sldChg>
    </pc:docChg>
  </pc:docChgLst>
  <pc:docChgLst>
    <pc:chgData name="PRANAV KUMAR RACHIT" userId="S::r.pranav@iitg.ac.in::3e041dae-03df-4174-a1d1-8fa81e1c9c34" providerId="AD" clId="Web-{A87A54DF-36FF-194E-9C75-47446C03612F}"/>
    <pc:docChg chg="modSld">
      <pc:chgData name="PRANAV KUMAR RACHIT" userId="S::r.pranav@iitg.ac.in::3e041dae-03df-4174-a1d1-8fa81e1c9c34" providerId="AD" clId="Web-{A87A54DF-36FF-194E-9C75-47446C03612F}" dt="2024-04-15T05:36:57.465" v="0" actId="1076"/>
      <pc:docMkLst>
        <pc:docMk/>
      </pc:docMkLst>
      <pc:sldChg chg="modSp">
        <pc:chgData name="PRANAV KUMAR RACHIT" userId="S::r.pranav@iitg.ac.in::3e041dae-03df-4174-a1d1-8fa81e1c9c34" providerId="AD" clId="Web-{A87A54DF-36FF-194E-9C75-47446C03612F}" dt="2024-04-15T05:36:57.465" v="0" actId="1076"/>
        <pc:sldMkLst>
          <pc:docMk/>
          <pc:sldMk cId="2572915743" sldId="259"/>
        </pc:sldMkLst>
        <pc:picChg chg="mod">
          <ac:chgData name="PRANAV KUMAR RACHIT" userId="S::r.pranav@iitg.ac.in::3e041dae-03df-4174-a1d1-8fa81e1c9c34" providerId="AD" clId="Web-{A87A54DF-36FF-194E-9C75-47446C03612F}" dt="2024-04-15T05:36:57.465" v="0" actId="1076"/>
          <ac:picMkLst>
            <pc:docMk/>
            <pc:sldMk cId="2572915743" sldId="259"/>
            <ac:picMk id="4" creationId="{00000000-0000-0000-0000-000000000000}"/>
          </ac:picMkLst>
        </pc:picChg>
      </pc:sldChg>
    </pc:docChg>
  </pc:docChgLst>
  <pc:docChgLst>
    <pc:chgData name="MACHAMALLA RISHIKESH" userId="S::r.machamalla@iitg.ac.in::fb31248c-1813-4de0-a3a4-8d5bf52c8d01" providerId="AD" clId="Web-{30531FE8-E00A-4E73-A01D-11EFFFC8C4BA}"/>
    <pc:docChg chg="modSld">
      <pc:chgData name="MACHAMALLA RISHIKESH" userId="S::r.machamalla@iitg.ac.in::fb31248c-1813-4de0-a3a4-8d5bf52c8d01" providerId="AD" clId="Web-{30531FE8-E00A-4E73-A01D-11EFFFC8C4BA}" dt="2024-04-20T09:10:43.143" v="6"/>
      <pc:docMkLst>
        <pc:docMk/>
      </pc:docMkLst>
      <pc:sldChg chg="modSp">
        <pc:chgData name="MACHAMALLA RISHIKESH" userId="S::r.machamalla@iitg.ac.in::fb31248c-1813-4de0-a3a4-8d5bf52c8d01" providerId="AD" clId="Web-{30531FE8-E00A-4E73-A01D-11EFFFC8C4BA}" dt="2024-04-20T09:10:43.143" v="6"/>
        <pc:sldMkLst>
          <pc:docMk/>
          <pc:sldMk cId="1488516355" sldId="260"/>
        </pc:sldMkLst>
        <pc:picChg chg="mod modCrop">
          <ac:chgData name="MACHAMALLA RISHIKESH" userId="S::r.machamalla@iitg.ac.in::fb31248c-1813-4de0-a3a4-8d5bf52c8d01" providerId="AD" clId="Web-{30531FE8-E00A-4E73-A01D-11EFFFC8C4BA}" dt="2024-04-20T09:10:43.143" v="6"/>
          <ac:picMkLst>
            <pc:docMk/>
            <pc:sldMk cId="1488516355" sldId="260"/>
            <ac:picMk id="4" creationId="{00000000-0000-0000-0000-000000000000}"/>
          </ac:picMkLst>
        </pc:picChg>
      </pc:sldChg>
      <pc:sldChg chg="modSp">
        <pc:chgData name="MACHAMALLA RISHIKESH" userId="S::r.machamalla@iitg.ac.in::fb31248c-1813-4de0-a3a4-8d5bf52c8d01" providerId="AD" clId="Web-{30531FE8-E00A-4E73-A01D-11EFFFC8C4BA}" dt="2024-04-20T08:41:42.681" v="2" actId="14100"/>
        <pc:sldMkLst>
          <pc:docMk/>
          <pc:sldMk cId="1870143574" sldId="270"/>
        </pc:sldMkLst>
        <pc:spChg chg="mod">
          <ac:chgData name="MACHAMALLA RISHIKESH" userId="S::r.machamalla@iitg.ac.in::fb31248c-1813-4de0-a3a4-8d5bf52c8d01" providerId="AD" clId="Web-{30531FE8-E00A-4E73-A01D-11EFFFC8C4BA}" dt="2024-04-20T08:41:42.681" v="2" actId="14100"/>
          <ac:spMkLst>
            <pc:docMk/>
            <pc:sldMk cId="1870143574" sldId="270"/>
            <ac:spMk id="3" creationId="{F46BA408-4F8A-E8F1-8D4F-FD68C164AF21}"/>
          </ac:spMkLst>
        </pc:spChg>
      </pc:sldChg>
    </pc:docChg>
  </pc:docChgLst>
  <pc:docChgLst>
    <pc:chgData name="UPENDRA NAGAR" userId="S::n.upendra@iitg.ac.in::d734315a-32fd-45dd-9a93-c0a3b15acb57" providerId="AD" clId="Web-{F61A34A8-6F04-4586-B97F-62A6DE532161}"/>
    <pc:docChg chg="modSld">
      <pc:chgData name="UPENDRA NAGAR" userId="S::n.upendra@iitg.ac.in::d734315a-32fd-45dd-9a93-c0a3b15acb57" providerId="AD" clId="Web-{F61A34A8-6F04-4586-B97F-62A6DE532161}" dt="2024-04-16T17:17:40.314" v="2" actId="20577"/>
      <pc:docMkLst>
        <pc:docMk/>
      </pc:docMkLst>
      <pc:sldChg chg="modSp">
        <pc:chgData name="UPENDRA NAGAR" userId="S::n.upendra@iitg.ac.in::d734315a-32fd-45dd-9a93-c0a3b15acb57" providerId="AD" clId="Web-{F61A34A8-6F04-4586-B97F-62A6DE532161}" dt="2024-04-16T17:17:40.314" v="2" actId="20577"/>
        <pc:sldMkLst>
          <pc:docMk/>
          <pc:sldMk cId="3987796262" sldId="258"/>
        </pc:sldMkLst>
        <pc:spChg chg="mod">
          <ac:chgData name="UPENDRA NAGAR" userId="S::n.upendra@iitg.ac.in::d734315a-32fd-45dd-9a93-c0a3b15acb57" providerId="AD" clId="Web-{F61A34A8-6F04-4586-B97F-62A6DE532161}" dt="2024-04-16T17:17:40.314" v="2" actId="20577"/>
          <ac:spMkLst>
            <pc:docMk/>
            <pc:sldMk cId="3987796262" sldId="258"/>
            <ac:spMk id="4" creationId="{00000000-0000-0000-0000-000000000000}"/>
          </ac:spMkLst>
        </pc:spChg>
      </pc:sldChg>
    </pc:docChg>
  </pc:docChgLst>
  <pc:docChgLst>
    <pc:chgData name="BHUKYA KOUSHIK KRISHNA RATHOD" userId="S::b.rathod@iitg.ac.in::aeca8632-4bcc-482f-bee9-3ddf53b95bc0" providerId="AD" clId="Web-{49695192-F41F-4B9D-A75F-D50F672EB90E}"/>
    <pc:docChg chg="modSld">
      <pc:chgData name="BHUKYA KOUSHIK KRISHNA RATHOD" userId="S::b.rathod@iitg.ac.in::aeca8632-4bcc-482f-bee9-3ddf53b95bc0" providerId="AD" clId="Web-{49695192-F41F-4B9D-A75F-D50F672EB90E}" dt="2024-04-23T09:21:26.662" v="14" actId="14100"/>
      <pc:docMkLst>
        <pc:docMk/>
      </pc:docMkLst>
      <pc:sldChg chg="modSp">
        <pc:chgData name="BHUKYA KOUSHIK KRISHNA RATHOD" userId="S::b.rathod@iitg.ac.in::aeca8632-4bcc-482f-bee9-3ddf53b95bc0" providerId="AD" clId="Web-{49695192-F41F-4B9D-A75F-D50F672EB90E}" dt="2024-04-23T09:12:04.763" v="12" actId="1076"/>
        <pc:sldMkLst>
          <pc:docMk/>
          <pc:sldMk cId="2572915743" sldId="259"/>
        </pc:sldMkLst>
        <pc:picChg chg="mod">
          <ac:chgData name="BHUKYA KOUSHIK KRISHNA RATHOD" userId="S::b.rathod@iitg.ac.in::aeca8632-4bcc-482f-bee9-3ddf53b95bc0" providerId="AD" clId="Web-{49695192-F41F-4B9D-A75F-D50F672EB90E}" dt="2024-04-23T09:11:58.153" v="11" actId="1076"/>
          <ac:picMkLst>
            <pc:docMk/>
            <pc:sldMk cId="2572915743" sldId="259"/>
            <ac:picMk id="4" creationId="{00000000-0000-0000-0000-000000000000}"/>
          </ac:picMkLst>
        </pc:picChg>
        <pc:picChg chg="mod">
          <ac:chgData name="BHUKYA KOUSHIK KRISHNA RATHOD" userId="S::b.rathod@iitg.ac.in::aeca8632-4bcc-482f-bee9-3ddf53b95bc0" providerId="AD" clId="Web-{49695192-F41F-4B9D-A75F-D50F672EB90E}" dt="2024-04-23T09:12:04.763" v="12" actId="1076"/>
          <ac:picMkLst>
            <pc:docMk/>
            <pc:sldMk cId="2572915743" sldId="259"/>
            <ac:picMk id="7" creationId="{00000000-0000-0000-0000-000000000000}"/>
          </ac:picMkLst>
        </pc:picChg>
      </pc:sldChg>
      <pc:sldChg chg="modSp">
        <pc:chgData name="BHUKYA KOUSHIK KRISHNA RATHOD" userId="S::b.rathod@iitg.ac.in::aeca8632-4bcc-482f-bee9-3ddf53b95bc0" providerId="AD" clId="Web-{49695192-F41F-4B9D-A75F-D50F672EB90E}" dt="2024-04-23T09:05:43.101" v="4" actId="1076"/>
        <pc:sldMkLst>
          <pc:docMk/>
          <pc:sldMk cId="1488516355" sldId="260"/>
        </pc:sldMkLst>
        <pc:picChg chg="mod">
          <ac:chgData name="BHUKYA KOUSHIK KRISHNA RATHOD" userId="S::b.rathod@iitg.ac.in::aeca8632-4bcc-482f-bee9-3ddf53b95bc0" providerId="AD" clId="Web-{49695192-F41F-4B9D-A75F-D50F672EB90E}" dt="2024-04-23T09:05:43.101" v="4" actId="1076"/>
          <ac:picMkLst>
            <pc:docMk/>
            <pc:sldMk cId="1488516355" sldId="260"/>
            <ac:picMk id="4" creationId="{00000000-0000-0000-0000-000000000000}"/>
          </ac:picMkLst>
        </pc:picChg>
      </pc:sldChg>
      <pc:sldChg chg="modSp">
        <pc:chgData name="BHUKYA KOUSHIK KRISHNA RATHOD" userId="S::b.rathod@iitg.ac.in::aeca8632-4bcc-482f-bee9-3ddf53b95bc0" providerId="AD" clId="Web-{49695192-F41F-4B9D-A75F-D50F672EB90E}" dt="2024-04-23T09:02:09.113" v="1"/>
        <pc:sldMkLst>
          <pc:docMk/>
          <pc:sldMk cId="713717558" sldId="261"/>
        </pc:sldMkLst>
        <pc:picChg chg="mod modCrop">
          <ac:chgData name="BHUKYA KOUSHIK KRISHNA RATHOD" userId="S::b.rathod@iitg.ac.in::aeca8632-4bcc-482f-bee9-3ddf53b95bc0" providerId="AD" clId="Web-{49695192-F41F-4B9D-A75F-D50F672EB90E}" dt="2024-04-23T09:02:09.113" v="1"/>
          <ac:picMkLst>
            <pc:docMk/>
            <pc:sldMk cId="713717558" sldId="261"/>
            <ac:picMk id="5" creationId="{00000000-0000-0000-0000-000000000000}"/>
          </ac:picMkLst>
        </pc:picChg>
      </pc:sldChg>
      <pc:sldChg chg="modSp">
        <pc:chgData name="BHUKYA KOUSHIK KRISHNA RATHOD" userId="S::b.rathod@iitg.ac.in::aeca8632-4bcc-482f-bee9-3ddf53b95bc0" providerId="AD" clId="Web-{49695192-F41F-4B9D-A75F-D50F672EB90E}" dt="2024-04-23T09:21:26.662" v="14" actId="14100"/>
        <pc:sldMkLst>
          <pc:docMk/>
          <pc:sldMk cId="1949869359" sldId="262"/>
        </pc:sldMkLst>
        <pc:spChg chg="mod">
          <ac:chgData name="BHUKYA KOUSHIK KRISHNA RATHOD" userId="S::b.rathod@iitg.ac.in::aeca8632-4bcc-482f-bee9-3ddf53b95bc0" providerId="AD" clId="Web-{49695192-F41F-4B9D-A75F-D50F672EB90E}" dt="2024-04-23T09:21:26.662" v="14" actId="14100"/>
          <ac:spMkLst>
            <pc:docMk/>
            <pc:sldMk cId="1949869359" sldId="262"/>
            <ac:spMk id="2" creationId="{00000000-0000-0000-0000-000000000000}"/>
          </ac:spMkLst>
        </pc:spChg>
      </pc:sldChg>
    </pc:docChg>
  </pc:docChgLst>
  <pc:docChgLst>
    <pc:chgData name="AKSHAT KAILASH BARTHWAL" userId="S::b.akshat@iitg.ac.in::95913537-39a8-4d8f-8616-b628f17db812" providerId="AD" clId="Web-{AAC942EF-986D-1856-2855-7933954381F9}"/>
    <pc:docChg chg="modSld">
      <pc:chgData name="AKSHAT KAILASH BARTHWAL" userId="S::b.akshat@iitg.ac.in::95913537-39a8-4d8f-8616-b628f17db812" providerId="AD" clId="Web-{AAC942EF-986D-1856-2855-7933954381F9}" dt="2024-04-16T06:00:35.241" v="1" actId="1076"/>
      <pc:docMkLst>
        <pc:docMk/>
      </pc:docMkLst>
      <pc:sldChg chg="modSp">
        <pc:chgData name="AKSHAT KAILASH BARTHWAL" userId="S::b.akshat@iitg.ac.in::95913537-39a8-4d8f-8616-b628f17db812" providerId="AD" clId="Web-{AAC942EF-986D-1856-2855-7933954381F9}" dt="2024-04-16T06:00:35.241" v="1" actId="1076"/>
        <pc:sldMkLst>
          <pc:docMk/>
          <pc:sldMk cId="713717558" sldId="261"/>
        </pc:sldMkLst>
        <pc:picChg chg="mod">
          <ac:chgData name="AKSHAT KAILASH BARTHWAL" userId="S::b.akshat@iitg.ac.in::95913537-39a8-4d8f-8616-b628f17db812" providerId="AD" clId="Web-{AAC942EF-986D-1856-2855-7933954381F9}" dt="2024-04-16T06:00:35.241" v="1" actId="1076"/>
          <ac:picMkLst>
            <pc:docMk/>
            <pc:sldMk cId="713717558" sldId="261"/>
            <ac:picMk id="5" creationId="{00000000-0000-0000-0000-000000000000}"/>
          </ac:picMkLst>
        </pc:picChg>
      </pc:sldChg>
    </pc:docChg>
  </pc:docChgLst>
  <pc:docChgLst>
    <pc:chgData name="ISHITA BRICE" userId="S::i.brice@iitg.ac.in::73c41b48-0a39-41d9-8b8e-75807b55126c" providerId="AD" clId="Web-{B44604CF-BA9D-0053-5206-C6DF6F4375DF}"/>
    <pc:docChg chg="modSld">
      <pc:chgData name="ISHITA BRICE" userId="S::i.brice@iitg.ac.in::73c41b48-0a39-41d9-8b8e-75807b55126c" providerId="AD" clId="Web-{B44604CF-BA9D-0053-5206-C6DF6F4375DF}" dt="2024-04-23T13:47:18.409" v="10" actId="20577"/>
      <pc:docMkLst>
        <pc:docMk/>
      </pc:docMkLst>
      <pc:sldChg chg="modSp">
        <pc:chgData name="ISHITA BRICE" userId="S::i.brice@iitg.ac.in::73c41b48-0a39-41d9-8b8e-75807b55126c" providerId="AD" clId="Web-{B44604CF-BA9D-0053-5206-C6DF6F4375DF}" dt="2024-04-23T13:47:18.409" v="10" actId="20577"/>
        <pc:sldMkLst>
          <pc:docMk/>
          <pc:sldMk cId="1112766534" sldId="265"/>
        </pc:sldMkLst>
        <pc:spChg chg="mod">
          <ac:chgData name="ISHITA BRICE" userId="S::i.brice@iitg.ac.in::73c41b48-0a39-41d9-8b8e-75807b55126c" providerId="AD" clId="Web-{B44604CF-BA9D-0053-5206-C6DF6F4375DF}" dt="2024-04-23T13:47:18.409" v="10" actId="20577"/>
          <ac:spMkLst>
            <pc:docMk/>
            <pc:sldMk cId="1112766534" sldId="265"/>
            <ac:spMk id="2" creationId="{7D30EA4B-EDA3-2FE9-883E-F0CF55F3EF1C}"/>
          </ac:spMkLst>
        </pc:spChg>
      </pc:sldChg>
    </pc:docChg>
  </pc:docChgLst>
  <pc:docChgLst>
    <pc:chgData name="SAURAV" userId="S::saurav.4097@iitg.ac.in::b4033196-6970-4b30-a8a2-abca25ad373b" providerId="AD" clId="Web-{32884057-D1C4-7E7B-EC62-402AA4D8FA66}"/>
    <pc:docChg chg="modSld">
      <pc:chgData name="SAURAV" userId="S::saurav.4097@iitg.ac.in::b4033196-6970-4b30-a8a2-abca25ad373b" providerId="AD" clId="Web-{32884057-D1C4-7E7B-EC62-402AA4D8FA66}" dt="2024-04-16T11:21:56.514" v="7" actId="1076"/>
      <pc:docMkLst>
        <pc:docMk/>
      </pc:docMkLst>
      <pc:sldChg chg="modSp">
        <pc:chgData name="SAURAV" userId="S::saurav.4097@iitg.ac.in::b4033196-6970-4b30-a8a2-abca25ad373b" providerId="AD" clId="Web-{32884057-D1C4-7E7B-EC62-402AA4D8FA66}" dt="2024-04-16T11:21:56.514" v="7" actId="1076"/>
        <pc:sldMkLst>
          <pc:docMk/>
          <pc:sldMk cId="4214308541" sldId="263"/>
        </pc:sldMkLst>
        <pc:picChg chg="mod">
          <ac:chgData name="SAURAV" userId="S::saurav.4097@iitg.ac.in::b4033196-6970-4b30-a8a2-abca25ad373b" providerId="AD" clId="Web-{32884057-D1C4-7E7B-EC62-402AA4D8FA66}" dt="2024-04-16T11:21:56.514" v="7" actId="1076"/>
          <ac:picMkLst>
            <pc:docMk/>
            <pc:sldMk cId="4214308541" sldId="263"/>
            <ac:picMk id="4" creationId="{00000000-0000-0000-0000-000000000000}"/>
          </ac:picMkLst>
        </pc:picChg>
        <pc:picChg chg="mod">
          <ac:chgData name="SAURAV" userId="S::saurav.4097@iitg.ac.in::b4033196-6970-4b30-a8a2-abca25ad373b" providerId="AD" clId="Web-{32884057-D1C4-7E7B-EC62-402AA4D8FA66}" dt="2024-04-15T13:15:33.200" v="6" actId="14100"/>
          <ac:picMkLst>
            <pc:docMk/>
            <pc:sldMk cId="4214308541" sldId="263"/>
            <ac:picMk id="5" creationId="{00000000-0000-0000-0000-000000000000}"/>
          </ac:picMkLst>
        </pc:picChg>
      </pc:sldChg>
    </pc:docChg>
  </pc:docChgLst>
  <pc:docChgLst>
    <pc:chgData name="THADIKAMALLA SOWMYA SRI" userId="S::s.thadikamalla@iitg.ac.in::96b8229f-730c-4746-ac8c-3ef23e344c80" providerId="AD" clId="Web-{58743AA4-EB59-49B8-AA86-BA553C03F73B}"/>
    <pc:docChg chg="modSld">
      <pc:chgData name="THADIKAMALLA SOWMYA SRI" userId="S::s.thadikamalla@iitg.ac.in::96b8229f-730c-4746-ac8c-3ef23e344c80" providerId="AD" clId="Web-{58743AA4-EB59-49B8-AA86-BA553C03F73B}" dt="2024-04-19T05:30:45.257" v="3" actId="20577"/>
      <pc:docMkLst>
        <pc:docMk/>
      </pc:docMkLst>
      <pc:sldChg chg="modSp">
        <pc:chgData name="THADIKAMALLA SOWMYA SRI" userId="S::s.thadikamalla@iitg.ac.in::96b8229f-730c-4746-ac8c-3ef23e344c80" providerId="AD" clId="Web-{58743AA4-EB59-49B8-AA86-BA553C03F73B}" dt="2024-04-19T05:30:45.257" v="3" actId="20577"/>
        <pc:sldMkLst>
          <pc:docMk/>
          <pc:sldMk cId="498198177" sldId="256"/>
        </pc:sldMkLst>
        <pc:spChg chg="mod">
          <ac:chgData name="THADIKAMALLA SOWMYA SRI" userId="S::s.thadikamalla@iitg.ac.in::96b8229f-730c-4746-ac8c-3ef23e344c80" providerId="AD" clId="Web-{58743AA4-EB59-49B8-AA86-BA553C03F73B}" dt="2024-04-19T05:30:45.257" v="3" actId="20577"/>
          <ac:spMkLst>
            <pc:docMk/>
            <pc:sldMk cId="498198177" sldId="256"/>
            <ac:spMk id="4" creationId="{00000000-0000-0000-0000-000000000000}"/>
          </ac:spMkLst>
        </pc:spChg>
      </pc:sldChg>
    </pc:docChg>
  </pc:docChgLst>
  <pc:docChgLst>
    <pc:chgData name="CHODABATTULA MONI PRANEETH" userId="S::p.chodabattula@iitg.ac.in::1b4487b8-500d-4472-b596-fa3dff2625d4" providerId="AD" clId="Web-{1F442FE0-3858-D004-3CD3-0CB5CF603DBF}"/>
    <pc:docChg chg="modSld">
      <pc:chgData name="CHODABATTULA MONI PRANEETH" userId="S::p.chodabattula@iitg.ac.in::1b4487b8-500d-4472-b596-fa3dff2625d4" providerId="AD" clId="Web-{1F442FE0-3858-D004-3CD3-0CB5CF603DBF}" dt="2024-04-23T05:01:47.037" v="1" actId="1076"/>
      <pc:docMkLst>
        <pc:docMk/>
      </pc:docMkLst>
      <pc:sldChg chg="modSp">
        <pc:chgData name="CHODABATTULA MONI PRANEETH" userId="S::p.chodabattula@iitg.ac.in::1b4487b8-500d-4472-b596-fa3dff2625d4" providerId="AD" clId="Web-{1F442FE0-3858-D004-3CD3-0CB5CF603DBF}" dt="2024-04-23T05:01:47.037" v="1" actId="1076"/>
        <pc:sldMkLst>
          <pc:docMk/>
          <pc:sldMk cId="2308553683" sldId="264"/>
        </pc:sldMkLst>
        <pc:picChg chg="mod">
          <ac:chgData name="CHODABATTULA MONI PRANEETH" userId="S::p.chodabattula@iitg.ac.in::1b4487b8-500d-4472-b596-fa3dff2625d4" providerId="AD" clId="Web-{1F442FE0-3858-D004-3CD3-0CB5CF603DBF}" dt="2024-04-23T05:01:47.037" v="1" actId="1076"/>
          <ac:picMkLst>
            <pc:docMk/>
            <pc:sldMk cId="2308553683" sldId="264"/>
            <ac:picMk id="4" creationId="{5AC16EAF-19CB-493C-93D9-ED0F8271A7BA}"/>
          </ac:picMkLst>
        </pc:picChg>
      </pc:sldChg>
    </pc:docChg>
  </pc:docChgLst>
  <pc:docChgLst>
    <pc:chgData name="SHEELA RISHIKESH YADAV" userId="S::y.sheela@iitg.ac.in::4237bc15-52a7-4d8d-9eaf-e1242a794106" providerId="AD" clId="Web-{50116C48-1787-D89C-5ABC-53F29B308B0C}"/>
    <pc:docChg chg="modSld">
      <pc:chgData name="SHEELA RISHIKESH YADAV" userId="S::y.sheela@iitg.ac.in::4237bc15-52a7-4d8d-9eaf-e1242a794106" providerId="AD" clId="Web-{50116C48-1787-D89C-5ABC-53F29B308B0C}" dt="2024-04-24T09:42:22.152" v="1" actId="1076"/>
      <pc:docMkLst>
        <pc:docMk/>
      </pc:docMkLst>
      <pc:sldChg chg="modSp">
        <pc:chgData name="SHEELA RISHIKESH YADAV" userId="S::y.sheela@iitg.ac.in::4237bc15-52a7-4d8d-9eaf-e1242a794106" providerId="AD" clId="Web-{50116C48-1787-D89C-5ABC-53F29B308B0C}" dt="2024-04-24T09:42:22.152" v="1" actId="1076"/>
        <pc:sldMkLst>
          <pc:docMk/>
          <pc:sldMk cId="713717558" sldId="261"/>
        </pc:sldMkLst>
        <pc:picChg chg="mod">
          <ac:chgData name="SHEELA RISHIKESH YADAV" userId="S::y.sheela@iitg.ac.in::4237bc15-52a7-4d8d-9eaf-e1242a794106" providerId="AD" clId="Web-{50116C48-1787-D89C-5ABC-53F29B308B0C}" dt="2024-04-24T09:42:22.152" v="1" actId="1076"/>
          <ac:picMkLst>
            <pc:docMk/>
            <pc:sldMk cId="713717558" sldId="261"/>
            <ac:picMk id="5" creationId="{00000000-0000-0000-0000-000000000000}"/>
          </ac:picMkLst>
        </pc:picChg>
      </pc:sldChg>
    </pc:docChg>
  </pc:docChgLst>
  <pc:docChgLst>
    <pc:chgData name="RACHIT SINGH" userId="S::rachits.4077@iitg.ac.in::63aa7d90-0b50-4b76-9529-98105a2baa50" providerId="AD" clId="Web-{E0D79A28-CC75-CE1C-11C4-C8476A4FD801}"/>
    <pc:docChg chg="addSld sldOrd">
      <pc:chgData name="RACHIT SINGH" userId="S::rachits.4077@iitg.ac.in::63aa7d90-0b50-4b76-9529-98105a2baa50" providerId="AD" clId="Web-{E0D79A28-CC75-CE1C-11C4-C8476A4FD801}" dt="2024-04-18T10:49:53.767" v="5"/>
      <pc:docMkLst>
        <pc:docMk/>
      </pc:docMkLst>
      <pc:sldChg chg="ord">
        <pc:chgData name="RACHIT SINGH" userId="S::rachits.4077@iitg.ac.in::63aa7d90-0b50-4b76-9529-98105a2baa50" providerId="AD" clId="Web-{E0D79A28-CC75-CE1C-11C4-C8476A4FD801}" dt="2024-04-18T10:49:49.173" v="4"/>
        <pc:sldMkLst>
          <pc:docMk/>
          <pc:sldMk cId="1949869359" sldId="262"/>
        </pc:sldMkLst>
      </pc:sldChg>
      <pc:sldChg chg="ord">
        <pc:chgData name="RACHIT SINGH" userId="S::rachits.4077@iitg.ac.in::63aa7d90-0b50-4b76-9529-98105a2baa50" providerId="AD" clId="Web-{E0D79A28-CC75-CE1C-11C4-C8476A4FD801}" dt="2024-04-18T10:49:53.767" v="5"/>
        <pc:sldMkLst>
          <pc:docMk/>
          <pc:sldMk cId="4214308541" sldId="263"/>
        </pc:sldMkLst>
      </pc:sldChg>
      <pc:sldChg chg="new">
        <pc:chgData name="RACHIT SINGH" userId="S::rachits.4077@iitg.ac.in::63aa7d90-0b50-4b76-9529-98105a2baa50" providerId="AD" clId="Web-{E0D79A28-CC75-CE1C-11C4-C8476A4FD801}" dt="2024-04-18T10:07:16.772" v="0"/>
        <pc:sldMkLst>
          <pc:docMk/>
          <pc:sldMk cId="1337109523" sldId="268"/>
        </pc:sldMkLst>
      </pc:sldChg>
      <pc:sldChg chg="new">
        <pc:chgData name="RACHIT SINGH" userId="S::rachits.4077@iitg.ac.in::63aa7d90-0b50-4b76-9529-98105a2baa50" providerId="AD" clId="Web-{E0D79A28-CC75-CE1C-11C4-C8476A4FD801}" dt="2024-04-18T10:07:17.662" v="1"/>
        <pc:sldMkLst>
          <pc:docMk/>
          <pc:sldMk cId="291395253" sldId="269"/>
        </pc:sldMkLst>
      </pc:sldChg>
      <pc:sldChg chg="new">
        <pc:chgData name="RACHIT SINGH" userId="S::rachits.4077@iitg.ac.in::63aa7d90-0b50-4b76-9529-98105a2baa50" providerId="AD" clId="Web-{E0D79A28-CC75-CE1C-11C4-C8476A4FD801}" dt="2024-04-18T10:07:17.834" v="2"/>
        <pc:sldMkLst>
          <pc:docMk/>
          <pc:sldMk cId="1870143574" sldId="270"/>
        </pc:sldMkLst>
      </pc:sldChg>
    </pc:docChg>
  </pc:docChgLst>
  <pc:docChgLst>
    <pc:chgData name="SAURAV" userId="S::saurav.4097@iitg.ac.in::b4033196-6970-4b30-a8a2-abca25ad373b" providerId="AD" clId="Web-{2800E521-074D-AD72-C360-F30960AABF55}"/>
    <pc:docChg chg="modSld">
      <pc:chgData name="SAURAV" userId="S::saurav.4097@iitg.ac.in::b4033196-6970-4b30-a8a2-abca25ad373b" providerId="AD" clId="Web-{2800E521-074D-AD72-C360-F30960AABF55}" dt="2024-04-22T10:39:41.190" v="1" actId="1076"/>
      <pc:docMkLst>
        <pc:docMk/>
      </pc:docMkLst>
      <pc:sldChg chg="modSp">
        <pc:chgData name="SAURAV" userId="S::saurav.4097@iitg.ac.in::b4033196-6970-4b30-a8a2-abca25ad373b" providerId="AD" clId="Web-{2800E521-074D-AD72-C360-F30960AABF55}" dt="2024-04-22T10:39:41.190" v="1" actId="1076"/>
        <pc:sldMkLst>
          <pc:docMk/>
          <pc:sldMk cId="4214308541" sldId="263"/>
        </pc:sldMkLst>
        <pc:picChg chg="mod">
          <ac:chgData name="SAURAV" userId="S::saurav.4097@iitg.ac.in::b4033196-6970-4b30-a8a2-abca25ad373b" providerId="AD" clId="Web-{2800E521-074D-AD72-C360-F30960AABF55}" dt="2024-04-22T10:39:41.190" v="1" actId="1076"/>
          <ac:picMkLst>
            <pc:docMk/>
            <pc:sldMk cId="4214308541" sldId="263"/>
            <ac:picMk id="5" creationId="{00000000-0000-0000-0000-000000000000}"/>
          </ac:picMkLst>
        </pc:picChg>
      </pc:sldChg>
    </pc:docChg>
  </pc:docChgLst>
  <pc:docChgLst>
    <pc:chgData name="SAGAR MODI" userId="S::sagar.modi@iitg.ac.in::f21a6055-bdfb-4131-a427-9532d6032ff3" providerId="AD" clId="Web-{26A00FCB-CD78-D080-BDA7-0E9389D6FB57}"/>
    <pc:docChg chg="modSld">
      <pc:chgData name="SAGAR MODI" userId="S::sagar.modi@iitg.ac.in::f21a6055-bdfb-4131-a427-9532d6032ff3" providerId="AD" clId="Web-{26A00FCB-CD78-D080-BDA7-0E9389D6FB57}" dt="2024-04-21T21:52:31.010" v="1" actId="1076"/>
      <pc:docMkLst>
        <pc:docMk/>
      </pc:docMkLst>
      <pc:sldChg chg="modSp">
        <pc:chgData name="SAGAR MODI" userId="S::sagar.modi@iitg.ac.in::f21a6055-bdfb-4131-a427-9532d6032ff3" providerId="AD" clId="Web-{26A00FCB-CD78-D080-BDA7-0E9389D6FB57}" dt="2024-04-21T21:52:31.010" v="1" actId="1076"/>
        <pc:sldMkLst>
          <pc:docMk/>
          <pc:sldMk cId="2572915743" sldId="259"/>
        </pc:sldMkLst>
        <pc:picChg chg="mod">
          <ac:chgData name="SAGAR MODI" userId="S::sagar.modi@iitg.ac.in::f21a6055-bdfb-4131-a427-9532d6032ff3" providerId="AD" clId="Web-{26A00FCB-CD78-D080-BDA7-0E9389D6FB57}" dt="2024-04-21T21:52:31.010" v="1" actId="1076"/>
          <ac:picMkLst>
            <pc:docMk/>
            <pc:sldMk cId="2572915743" sldId="259"/>
            <ac:picMk id="4" creationId="{00000000-0000-0000-0000-000000000000}"/>
          </ac:picMkLst>
        </pc:picChg>
      </pc:sldChg>
    </pc:docChg>
  </pc:docChgLst>
  <pc:docChgLst>
    <pc:chgData name="NARODIA MIT MANISHBHAI" userId="S::m.narodia@iitg.ac.in::6645f221-42bf-419e-9d8a-844d8c8db69f" providerId="AD" clId="Web-{FDA728F3-E2E3-D148-D3B1-7B9AA4ED2E23}"/>
    <pc:docChg chg="modSld">
      <pc:chgData name="NARODIA MIT MANISHBHAI" userId="S::m.narodia@iitg.ac.in::6645f221-42bf-419e-9d8a-844d8c8db69f" providerId="AD" clId="Web-{FDA728F3-E2E3-D148-D3B1-7B9AA4ED2E23}" dt="2024-04-22T04:56:22.678" v="2" actId="1076"/>
      <pc:docMkLst>
        <pc:docMk/>
      </pc:docMkLst>
      <pc:sldChg chg="modSp">
        <pc:chgData name="NARODIA MIT MANISHBHAI" userId="S::m.narodia@iitg.ac.in::6645f221-42bf-419e-9d8a-844d8c8db69f" providerId="AD" clId="Web-{FDA728F3-E2E3-D148-D3B1-7B9AA4ED2E23}" dt="2024-04-22T04:56:22.678" v="2" actId="1076"/>
        <pc:sldMkLst>
          <pc:docMk/>
          <pc:sldMk cId="2572915743" sldId="259"/>
        </pc:sldMkLst>
        <pc:picChg chg="mod">
          <ac:chgData name="NARODIA MIT MANISHBHAI" userId="S::m.narodia@iitg.ac.in::6645f221-42bf-419e-9d8a-844d8c8db69f" providerId="AD" clId="Web-{FDA728F3-E2E3-D148-D3B1-7B9AA4ED2E23}" dt="2024-04-22T04:56:22.678" v="2" actId="1076"/>
          <ac:picMkLst>
            <pc:docMk/>
            <pc:sldMk cId="2572915743" sldId="259"/>
            <ac:picMk id="7" creationId="{00000000-0000-0000-0000-000000000000}"/>
          </ac:picMkLst>
        </pc:picChg>
      </pc:sldChg>
    </pc:docChg>
  </pc:docChgLst>
  <pc:docChgLst>
    <pc:chgData name="ISHITA BRICE" userId="S::i.brice@iitg.ac.in::73c41b48-0a39-41d9-8b8e-75807b55126c" providerId="AD" clId="Web-{0D08BCEB-CBB2-E919-AE73-3119D2395F1F}"/>
    <pc:docChg chg="modSld">
      <pc:chgData name="ISHITA BRICE" userId="S::i.brice@iitg.ac.in::73c41b48-0a39-41d9-8b8e-75807b55126c" providerId="AD" clId="Web-{0D08BCEB-CBB2-E919-AE73-3119D2395F1F}" dt="2024-04-18T17:19:04.517" v="4" actId="20577"/>
      <pc:docMkLst>
        <pc:docMk/>
      </pc:docMkLst>
      <pc:sldChg chg="modSp">
        <pc:chgData name="ISHITA BRICE" userId="S::i.brice@iitg.ac.in::73c41b48-0a39-41d9-8b8e-75807b55126c" providerId="AD" clId="Web-{0D08BCEB-CBB2-E919-AE73-3119D2395F1F}" dt="2024-04-18T17:19:04.517" v="4" actId="20577"/>
        <pc:sldMkLst>
          <pc:docMk/>
          <pc:sldMk cId="1112766534" sldId="265"/>
        </pc:sldMkLst>
        <pc:spChg chg="mod">
          <ac:chgData name="ISHITA BRICE" userId="S::i.brice@iitg.ac.in::73c41b48-0a39-41d9-8b8e-75807b55126c" providerId="AD" clId="Web-{0D08BCEB-CBB2-E919-AE73-3119D2395F1F}" dt="2024-04-18T17:19:04.517" v="4" actId="20577"/>
          <ac:spMkLst>
            <pc:docMk/>
            <pc:sldMk cId="1112766534" sldId="265"/>
            <ac:spMk id="3" creationId="{8596B94F-A443-ADAD-A842-0CC1DE5350D8}"/>
          </ac:spMkLst>
        </pc:spChg>
      </pc:sldChg>
    </pc:docChg>
  </pc:docChgLst>
  <pc:docChgLst>
    <pc:chgData name="NIMMALA VIVEK" userId="S::v.nimmala@iitg.ac.in::41e23132-b1a1-4c6c-bd8c-46e87678a99f" providerId="AD" clId="Web-{31EA6084-4ABE-4F67-B3D2-F35A3CDE673D}"/>
    <pc:docChg chg="modSld">
      <pc:chgData name="NIMMALA VIVEK" userId="S::v.nimmala@iitg.ac.in::41e23132-b1a1-4c6c-bd8c-46e87678a99f" providerId="AD" clId="Web-{31EA6084-4ABE-4F67-B3D2-F35A3CDE673D}" dt="2024-04-23T03:19:41.306" v="5" actId="20577"/>
      <pc:docMkLst>
        <pc:docMk/>
      </pc:docMkLst>
      <pc:sldChg chg="modSp">
        <pc:chgData name="NIMMALA VIVEK" userId="S::v.nimmala@iitg.ac.in::41e23132-b1a1-4c6c-bd8c-46e87678a99f" providerId="AD" clId="Web-{31EA6084-4ABE-4F67-B3D2-F35A3CDE673D}" dt="2024-04-23T03:19:41.306" v="5" actId="20577"/>
        <pc:sldMkLst>
          <pc:docMk/>
          <pc:sldMk cId="1112766534" sldId="265"/>
        </pc:sldMkLst>
        <pc:spChg chg="mod">
          <ac:chgData name="NIMMALA VIVEK" userId="S::v.nimmala@iitg.ac.in::41e23132-b1a1-4c6c-bd8c-46e87678a99f" providerId="AD" clId="Web-{31EA6084-4ABE-4F67-B3D2-F35A3CDE673D}" dt="2024-04-23T03:19:41.306" v="5" actId="20577"/>
          <ac:spMkLst>
            <pc:docMk/>
            <pc:sldMk cId="1112766534" sldId="265"/>
            <ac:spMk id="2" creationId="{7D30EA4B-EDA3-2FE9-883E-F0CF55F3EF1C}"/>
          </ac:spMkLst>
        </pc:spChg>
      </pc:sldChg>
    </pc:docChg>
  </pc:docChgLst>
  <pc:docChgLst>
    <pc:chgData name="GHANTENAVARU OM" userId="S::o.ghantenavaru@iitg.ac.in::a63550bc-ac8f-4292-af13-f9e482e0ab6f" providerId="AD" clId="Web-{832F4B2E-A535-8EB0-CC3D-DF8BA9E55168}"/>
    <pc:docChg chg="modSld">
      <pc:chgData name="GHANTENAVARU OM" userId="S::o.ghantenavaru@iitg.ac.in::a63550bc-ac8f-4292-af13-f9e482e0ab6f" providerId="AD" clId="Web-{832F4B2E-A535-8EB0-CC3D-DF8BA9E55168}" dt="2024-04-21T08:28:53.640" v="6" actId="1076"/>
      <pc:docMkLst>
        <pc:docMk/>
      </pc:docMkLst>
      <pc:sldChg chg="modSp">
        <pc:chgData name="GHANTENAVARU OM" userId="S::o.ghantenavaru@iitg.ac.in::a63550bc-ac8f-4292-af13-f9e482e0ab6f" providerId="AD" clId="Web-{832F4B2E-A535-8EB0-CC3D-DF8BA9E55168}" dt="2024-04-21T08:17:06.719" v="4" actId="1076"/>
        <pc:sldMkLst>
          <pc:docMk/>
          <pc:sldMk cId="3987796262" sldId="258"/>
        </pc:sldMkLst>
        <pc:spChg chg="mod">
          <ac:chgData name="GHANTENAVARU OM" userId="S::o.ghantenavaru@iitg.ac.in::a63550bc-ac8f-4292-af13-f9e482e0ab6f" providerId="AD" clId="Web-{832F4B2E-A535-8EB0-CC3D-DF8BA9E55168}" dt="2024-04-21T08:17:06.719" v="4" actId="1076"/>
          <ac:spMkLst>
            <pc:docMk/>
            <pc:sldMk cId="3987796262" sldId="258"/>
            <ac:spMk id="4" creationId="{00000000-0000-0000-0000-000000000000}"/>
          </ac:spMkLst>
        </pc:spChg>
      </pc:sldChg>
      <pc:sldChg chg="modSp">
        <pc:chgData name="GHANTENAVARU OM" userId="S::o.ghantenavaru@iitg.ac.in::a63550bc-ac8f-4292-af13-f9e482e0ab6f" providerId="AD" clId="Web-{832F4B2E-A535-8EB0-CC3D-DF8BA9E55168}" dt="2024-04-21T08:28:53.640" v="6" actId="1076"/>
        <pc:sldMkLst>
          <pc:docMk/>
          <pc:sldMk cId="1488516355" sldId="260"/>
        </pc:sldMkLst>
        <pc:picChg chg="mod">
          <ac:chgData name="GHANTENAVARU OM" userId="S::o.ghantenavaru@iitg.ac.in::a63550bc-ac8f-4292-af13-f9e482e0ab6f" providerId="AD" clId="Web-{832F4B2E-A535-8EB0-CC3D-DF8BA9E55168}" dt="2024-04-21T08:28:53.640" v="6" actId="1076"/>
          <ac:picMkLst>
            <pc:docMk/>
            <pc:sldMk cId="1488516355" sldId="260"/>
            <ac:picMk id="4" creationId="{00000000-0000-0000-0000-000000000000}"/>
          </ac:picMkLst>
        </pc:picChg>
      </pc:sldChg>
    </pc:docChg>
  </pc:docChgLst>
  <pc:docChgLst>
    <pc:chgData name="PASHAM PAVAN SAI REDDY" userId="S::r.pasham@iitg.ac.in::4737de19-48d0-4358-8d1d-1eeda4883183" providerId="AD" clId="Web-{64413E00-C4D4-2F28-BB25-A2CAB6F89F2B}"/>
    <pc:docChg chg="modSld">
      <pc:chgData name="PASHAM PAVAN SAI REDDY" userId="S::r.pasham@iitg.ac.in::4737de19-48d0-4358-8d1d-1eeda4883183" providerId="AD" clId="Web-{64413E00-C4D4-2F28-BB25-A2CAB6F89F2B}" dt="2024-04-24T05:52:33.294" v="9" actId="1076"/>
      <pc:docMkLst>
        <pc:docMk/>
      </pc:docMkLst>
      <pc:sldChg chg="modSp">
        <pc:chgData name="PASHAM PAVAN SAI REDDY" userId="S::r.pasham@iitg.ac.in::4737de19-48d0-4358-8d1d-1eeda4883183" providerId="AD" clId="Web-{64413E00-C4D4-2F28-BB25-A2CAB6F89F2B}" dt="2024-04-24T05:52:33.294" v="9" actId="1076"/>
        <pc:sldMkLst>
          <pc:docMk/>
          <pc:sldMk cId="1488516355" sldId="260"/>
        </pc:sldMkLst>
        <pc:picChg chg="mod">
          <ac:chgData name="PASHAM PAVAN SAI REDDY" userId="S::r.pasham@iitg.ac.in::4737de19-48d0-4358-8d1d-1eeda4883183" providerId="AD" clId="Web-{64413E00-C4D4-2F28-BB25-A2CAB6F89F2B}" dt="2024-04-24T05:52:33.294" v="9" actId="1076"/>
          <ac:picMkLst>
            <pc:docMk/>
            <pc:sldMk cId="1488516355" sldId="260"/>
            <ac:picMk id="4" creationId="{00000000-0000-0000-0000-000000000000}"/>
          </ac:picMkLst>
        </pc:picChg>
      </pc:sldChg>
      <pc:sldChg chg="modSp">
        <pc:chgData name="PASHAM PAVAN SAI REDDY" userId="S::r.pasham@iitg.ac.in::4737de19-48d0-4358-8d1d-1eeda4883183" providerId="AD" clId="Web-{64413E00-C4D4-2F28-BB25-A2CAB6F89F2B}" dt="2024-04-24T05:49:50.867" v="3" actId="1076"/>
        <pc:sldMkLst>
          <pc:docMk/>
          <pc:sldMk cId="713717558" sldId="261"/>
        </pc:sldMkLst>
        <pc:picChg chg="mod">
          <ac:chgData name="PASHAM PAVAN SAI REDDY" userId="S::r.pasham@iitg.ac.in::4737de19-48d0-4358-8d1d-1eeda4883183" providerId="AD" clId="Web-{64413E00-C4D4-2F28-BB25-A2CAB6F89F2B}" dt="2024-04-24T05:49:50.867" v="3" actId="1076"/>
          <ac:picMkLst>
            <pc:docMk/>
            <pc:sldMk cId="713717558" sldId="261"/>
            <ac:picMk id="5" creationId="{00000000-0000-0000-0000-000000000000}"/>
          </ac:picMkLst>
        </pc:picChg>
      </pc:sldChg>
    </pc:docChg>
  </pc:docChgLst>
  <pc:docChgLst>
    <pc:chgData name="SAKSHAM KUMAR BANSAL" userId="f22959fa-867d-4865-9e5c-a84aa11829ce" providerId="ADAL" clId="{5E148E52-C145-456F-99EE-D451F98CBBF9}"/>
    <pc:docChg chg="delSld modSld sldOrd">
      <pc:chgData name="SAKSHAM KUMAR BANSAL" userId="f22959fa-867d-4865-9e5c-a84aa11829ce" providerId="ADAL" clId="{5E148E52-C145-456F-99EE-D451F98CBBF9}" dt="2024-04-23T11:10:18.457" v="16"/>
      <pc:docMkLst>
        <pc:docMk/>
      </pc:docMkLst>
      <pc:sldChg chg="ord">
        <pc:chgData name="SAKSHAM KUMAR BANSAL" userId="f22959fa-867d-4865-9e5c-a84aa11829ce" providerId="ADAL" clId="{5E148E52-C145-456F-99EE-D451F98CBBF9}" dt="2024-04-23T11:09:54.576" v="2"/>
        <pc:sldMkLst>
          <pc:docMk/>
          <pc:sldMk cId="3987796262" sldId="258"/>
        </pc:sldMkLst>
      </pc:sldChg>
      <pc:sldChg chg="ord">
        <pc:chgData name="SAKSHAM KUMAR BANSAL" userId="f22959fa-867d-4865-9e5c-a84aa11829ce" providerId="ADAL" clId="{5E148E52-C145-456F-99EE-D451F98CBBF9}" dt="2024-04-23T11:10:06.809" v="10"/>
        <pc:sldMkLst>
          <pc:docMk/>
          <pc:sldMk cId="2572915743" sldId="259"/>
        </pc:sldMkLst>
      </pc:sldChg>
      <pc:sldChg chg="ord">
        <pc:chgData name="SAKSHAM KUMAR BANSAL" userId="f22959fa-867d-4865-9e5c-a84aa11829ce" providerId="ADAL" clId="{5E148E52-C145-456F-99EE-D451F98CBBF9}" dt="2024-04-23T11:10:03.152" v="8"/>
        <pc:sldMkLst>
          <pc:docMk/>
          <pc:sldMk cId="1488516355" sldId="260"/>
        </pc:sldMkLst>
      </pc:sldChg>
      <pc:sldChg chg="ord">
        <pc:chgData name="SAKSHAM KUMAR BANSAL" userId="f22959fa-867d-4865-9e5c-a84aa11829ce" providerId="ADAL" clId="{5E148E52-C145-456F-99EE-D451F98CBBF9}" dt="2024-04-23T11:09:57.104" v="4"/>
        <pc:sldMkLst>
          <pc:docMk/>
          <pc:sldMk cId="713717558" sldId="261"/>
        </pc:sldMkLst>
      </pc:sldChg>
      <pc:sldChg chg="ord">
        <pc:chgData name="SAKSHAM KUMAR BANSAL" userId="f22959fa-867d-4865-9e5c-a84aa11829ce" providerId="ADAL" clId="{5E148E52-C145-456F-99EE-D451F98CBBF9}" dt="2024-04-23T11:10:13.904" v="14"/>
        <pc:sldMkLst>
          <pc:docMk/>
          <pc:sldMk cId="1949869359" sldId="262"/>
        </pc:sldMkLst>
      </pc:sldChg>
      <pc:sldChg chg="ord">
        <pc:chgData name="SAKSHAM KUMAR BANSAL" userId="f22959fa-867d-4865-9e5c-a84aa11829ce" providerId="ADAL" clId="{5E148E52-C145-456F-99EE-D451F98CBBF9}" dt="2024-04-23T11:10:10.358" v="12"/>
        <pc:sldMkLst>
          <pc:docMk/>
          <pc:sldMk cId="4214308541" sldId="263"/>
        </pc:sldMkLst>
      </pc:sldChg>
      <pc:sldChg chg="ord">
        <pc:chgData name="SAKSHAM KUMAR BANSAL" userId="f22959fa-867d-4865-9e5c-a84aa11829ce" providerId="ADAL" clId="{5E148E52-C145-456F-99EE-D451F98CBBF9}" dt="2024-04-23T11:10:18.457" v="16"/>
        <pc:sldMkLst>
          <pc:docMk/>
          <pc:sldMk cId="2308553683" sldId="264"/>
        </pc:sldMkLst>
      </pc:sldChg>
      <pc:sldChg chg="del">
        <pc:chgData name="SAKSHAM KUMAR BANSAL" userId="f22959fa-867d-4865-9e5c-a84aa11829ce" providerId="ADAL" clId="{5E148E52-C145-456F-99EE-D451F98CBBF9}" dt="2024-04-23T11:09:50.789" v="0" actId="2696"/>
        <pc:sldMkLst>
          <pc:docMk/>
          <pc:sldMk cId="1337109523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40292-1E11-429E-AEAA-701B66F77009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06FCD-6961-4628-A01C-FDBB5E6C5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461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FCD-6961-4628-A01C-FDBB5E6C5CB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416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94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91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25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419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99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488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53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51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91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084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87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4CC01-A1A3-4F8E-9773-5D6D96CF4DC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96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6770" y="446566"/>
            <a:ext cx="10894742" cy="51860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400" b="1" i="0" u="none" strike="noStrike" baseline="0">
                <a:solidFill>
                  <a:schemeClr val="accent2">
                    <a:lumMod val="75000"/>
                  </a:schemeClr>
                </a:solidFill>
                <a:latin typeface="CIDFont+F1"/>
              </a:rPr>
              <a:t>BT 101</a:t>
            </a:r>
            <a:r>
              <a:rPr lang="en-IN" sz="2400" b="1">
                <a:solidFill>
                  <a:schemeClr val="accent2">
                    <a:lumMod val="75000"/>
                  </a:schemeClr>
                </a:solidFill>
                <a:latin typeface="CIDFont+F1"/>
              </a:rPr>
              <a:t>                                </a:t>
            </a:r>
            <a:r>
              <a:rPr lang="en-IN" sz="2400" b="1" i="0" u="none" strike="noStrike" baseline="0">
                <a:solidFill>
                  <a:schemeClr val="accent2">
                    <a:lumMod val="75000"/>
                  </a:schemeClr>
                </a:solidFill>
                <a:latin typeface="CIDFont+F1"/>
              </a:rPr>
              <a:t> MODERN BIOLOGY</a:t>
            </a:r>
            <a:r>
              <a:rPr lang="en-IN" sz="2400" b="1">
                <a:solidFill>
                  <a:schemeClr val="accent2">
                    <a:lumMod val="75000"/>
                  </a:schemeClr>
                </a:solidFill>
                <a:latin typeface="CIDFont+F1"/>
              </a:rPr>
              <a:t>                                    </a:t>
            </a:r>
            <a:r>
              <a:rPr lang="en-IN" sz="2400" b="1" i="0" u="none" strike="noStrike" baseline="0">
                <a:solidFill>
                  <a:schemeClr val="accent2">
                    <a:lumMod val="75000"/>
                  </a:schemeClr>
                </a:solidFill>
                <a:latin typeface="CIDFont+F1"/>
              </a:rPr>
              <a:t> 3 0 0 6</a:t>
            </a:r>
          </a:p>
          <a:p>
            <a:endParaRPr lang="en-IN" sz="2400" b="1" i="0" u="none" strike="noStrike" baseline="0">
              <a:solidFill>
                <a:schemeClr val="accent2">
                  <a:lumMod val="75000"/>
                </a:schemeClr>
              </a:solidFill>
              <a:latin typeface="CIDFont+F1"/>
            </a:endParaRPr>
          </a:p>
          <a:p>
            <a:r>
              <a:rPr lang="en-IN" sz="2000" b="0" i="0" u="none" strike="noStrike" baseline="0">
                <a:solidFill>
                  <a:srgbClr val="000000"/>
                </a:solidFill>
                <a:latin typeface="CIDFont+F1"/>
              </a:rPr>
              <a:t>Pre-requisite: Nil</a:t>
            </a:r>
          </a:p>
          <a:p>
            <a:endParaRPr lang="en-IN" sz="1400">
              <a:solidFill>
                <a:srgbClr val="000000"/>
              </a:solidFill>
              <a:latin typeface="CIDFont+F4"/>
            </a:endParaRPr>
          </a:p>
          <a:p>
            <a:r>
              <a:rPr lang="en-IN" sz="1400" b="1" u="sng">
                <a:solidFill>
                  <a:srgbClr val="000000"/>
                </a:solidFill>
                <a:latin typeface="CIDFont+F4"/>
              </a:rPr>
              <a:t>Division IV:</a:t>
            </a:r>
          </a:p>
          <a:p>
            <a:endParaRPr lang="en-IN" sz="1400">
              <a:solidFill>
                <a:srgbClr val="000000"/>
              </a:solidFill>
              <a:latin typeface="CIDFont+F4"/>
            </a:endParaRPr>
          </a:p>
          <a:p>
            <a:r>
              <a:rPr lang="en-IN" sz="1400" b="1" u="sng">
                <a:solidFill>
                  <a:srgbClr val="000000"/>
                </a:solidFill>
                <a:latin typeface="CIDFont+F4"/>
              </a:rPr>
              <a:t>Human physiology: biological axons and neurons, neuromuscular and synaptic junctions; sensory systems - hearing, taste, smell and visual receptors.</a:t>
            </a:r>
            <a:r>
              <a:rPr lang="en-IN" sz="1400" b="1">
                <a:solidFill>
                  <a:srgbClr val="000000"/>
                </a:solidFill>
                <a:latin typeface="CIDFont+F4"/>
              </a:rPr>
              <a:t>  </a:t>
            </a:r>
            <a:r>
              <a:rPr lang="en-IN" sz="1400" err="1">
                <a:solidFill>
                  <a:srgbClr val="7030A0"/>
                </a:solidFill>
                <a:latin typeface="CIDFont+F4"/>
              </a:rPr>
              <a:t>Dr.</a:t>
            </a:r>
            <a:r>
              <a:rPr lang="en-IN" sz="1400">
                <a:solidFill>
                  <a:srgbClr val="7030A0"/>
                </a:solidFill>
                <a:latin typeface="CIDFont+F4"/>
              </a:rPr>
              <a:t> </a:t>
            </a:r>
            <a:r>
              <a:rPr lang="en-IN" sz="1400" err="1">
                <a:solidFill>
                  <a:srgbClr val="7030A0"/>
                </a:solidFill>
                <a:latin typeface="CIDFont+F4"/>
              </a:rPr>
              <a:t>Souptick</a:t>
            </a:r>
            <a:r>
              <a:rPr lang="en-IN" sz="1400">
                <a:solidFill>
                  <a:srgbClr val="7030A0"/>
                </a:solidFill>
                <a:latin typeface="CIDFont+F4"/>
              </a:rPr>
              <a:t> Chanda</a:t>
            </a:r>
          </a:p>
          <a:p>
            <a:endParaRPr lang="en-IN" sz="1400">
              <a:solidFill>
                <a:srgbClr val="000000"/>
              </a:solidFill>
              <a:latin typeface="CIDFont+F1"/>
            </a:endParaRPr>
          </a:p>
          <a:p>
            <a:r>
              <a:rPr lang="en-IN" sz="1100" b="0" i="0" u="none" strike="noStrike" baseline="0">
                <a:solidFill>
                  <a:srgbClr val="000000"/>
                </a:solidFill>
                <a:latin typeface="CIDFont+F1"/>
              </a:rPr>
              <a:t>Texts:</a:t>
            </a:r>
            <a:r>
              <a:rPr lang="en-IN" sz="1100">
                <a:solidFill>
                  <a:srgbClr val="000000"/>
                </a:solidFill>
                <a:latin typeface="CIDFont+F1"/>
              </a:rPr>
              <a:t> </a:t>
            </a:r>
            <a:endParaRPr lang="en-IN" sz="1100" b="0" i="0" u="none" strike="noStrike" baseline="0">
              <a:solidFill>
                <a:srgbClr val="000000"/>
              </a:solidFill>
              <a:latin typeface="CIDFont+F1"/>
            </a:endParaRPr>
          </a:p>
          <a:p>
            <a:pPr marL="342900" indent="-342900">
              <a:buAutoNum type="arabicPeriod"/>
            </a:pPr>
            <a:r>
              <a:rPr lang="en-IN" sz="1400">
                <a:solidFill>
                  <a:srgbClr val="000000"/>
                </a:solidFill>
                <a:latin typeface="CIDFont+F4"/>
              </a:rPr>
              <a:t>J. L. </a:t>
            </a:r>
            <a:r>
              <a:rPr lang="en-IN" sz="1400" err="1">
                <a:solidFill>
                  <a:srgbClr val="000000"/>
                </a:solidFill>
                <a:latin typeface="CIDFont+F4"/>
              </a:rPr>
              <a:t>Tymoczko</a:t>
            </a:r>
            <a:r>
              <a:rPr lang="en-IN" sz="1400">
                <a:solidFill>
                  <a:srgbClr val="000000"/>
                </a:solidFill>
                <a:latin typeface="CIDFont+F4"/>
              </a:rPr>
              <a:t>, J. M. Berg and L. </a:t>
            </a:r>
            <a:r>
              <a:rPr lang="en-IN" sz="1400" err="1">
                <a:solidFill>
                  <a:srgbClr val="000000"/>
                </a:solidFill>
                <a:latin typeface="CIDFont+F4"/>
              </a:rPr>
              <a:t>Stryer</a:t>
            </a:r>
            <a:r>
              <a:rPr lang="en-IN" sz="1400">
                <a:solidFill>
                  <a:srgbClr val="000000"/>
                </a:solidFill>
                <a:latin typeface="CIDFont+F4"/>
              </a:rPr>
              <a:t>, Biochemistry, 5</a:t>
            </a:r>
            <a:r>
              <a:rPr lang="en-IN" sz="600" b="0" i="0" u="none" strike="noStrike" baseline="0">
                <a:solidFill>
                  <a:srgbClr val="000000"/>
                </a:solidFill>
                <a:latin typeface="CIDFont+F4"/>
              </a:rPr>
              <a:t>th </a:t>
            </a:r>
            <a:r>
              <a:rPr lang="en-IN" sz="1400">
                <a:solidFill>
                  <a:srgbClr val="000000"/>
                </a:solidFill>
                <a:latin typeface="CIDFont+F4"/>
              </a:rPr>
              <a:t>Ed, W. H. Freeman &amp; Co, 2002. 2. D. L. Nelson and M. M. Cox, </a:t>
            </a:r>
            <a:r>
              <a:rPr lang="en-IN" sz="1400" err="1">
                <a:solidFill>
                  <a:srgbClr val="000000"/>
                </a:solidFill>
                <a:latin typeface="CIDFont+F4"/>
              </a:rPr>
              <a:t>Lehninger</a:t>
            </a:r>
            <a:r>
              <a:rPr lang="en-IN" sz="1400">
                <a:solidFill>
                  <a:srgbClr val="000000"/>
                </a:solidFill>
                <a:latin typeface="CIDFont+F4"/>
              </a:rPr>
              <a:t> Principles of Biochemistry, Macmillan Worth, 2000. </a:t>
            </a:r>
          </a:p>
          <a:p>
            <a:endParaRPr lang="en-IN" sz="1100" b="0" i="0" u="none" strike="noStrike" baseline="0">
              <a:solidFill>
                <a:srgbClr val="000000"/>
              </a:solidFill>
              <a:latin typeface="CIDFont+F1"/>
            </a:endParaRPr>
          </a:p>
          <a:p>
            <a:r>
              <a:rPr lang="en-IN" sz="1100" b="0" i="0" u="none" strike="noStrike" baseline="0">
                <a:solidFill>
                  <a:srgbClr val="000000"/>
                </a:solidFill>
                <a:latin typeface="CIDFont+F1"/>
              </a:rPr>
              <a:t>References</a:t>
            </a:r>
            <a:r>
              <a:rPr lang="en-IN" sz="1100" b="0" i="0" u="none" strike="noStrike" baseline="0">
                <a:solidFill>
                  <a:srgbClr val="000000"/>
                </a:solidFill>
                <a:latin typeface="CIDFont+F4"/>
              </a:rPr>
              <a:t>:</a:t>
            </a:r>
            <a:r>
              <a:rPr lang="en-IN" sz="1100">
                <a:solidFill>
                  <a:srgbClr val="000000"/>
                </a:solidFill>
                <a:latin typeface="CIDFont+F4"/>
              </a:rPr>
              <a:t> </a:t>
            </a:r>
            <a:endParaRPr lang="en-IN" sz="1100" b="0" i="0" u="none" strike="noStrike" baseline="0">
              <a:solidFill>
                <a:srgbClr val="000000"/>
              </a:solidFill>
              <a:latin typeface="CIDFont+F4"/>
            </a:endParaRPr>
          </a:p>
          <a:p>
            <a:pPr marL="342900" indent="-342900">
              <a:buAutoNum type="arabicPeriod"/>
            </a:pPr>
            <a:r>
              <a:rPr lang="en-IN" sz="1400">
                <a:solidFill>
                  <a:srgbClr val="000000"/>
                </a:solidFill>
                <a:latin typeface="CIDFont+F4"/>
              </a:rPr>
              <a:t>N. Hopkins, J. W. Roberts, J. A. Steitz, J. Watson and A. M. Weiner, Molecular Biology of the Gene, 4</a:t>
            </a:r>
            <a:r>
              <a:rPr lang="en-IN" sz="600" b="0" i="0" u="none" strike="noStrike" baseline="0">
                <a:solidFill>
                  <a:srgbClr val="000000"/>
                </a:solidFill>
                <a:latin typeface="CIDFont+F4"/>
              </a:rPr>
              <a:t>th </a:t>
            </a:r>
            <a:r>
              <a:rPr lang="en-IN" sz="1400">
                <a:solidFill>
                  <a:srgbClr val="000000"/>
                </a:solidFill>
                <a:latin typeface="CIDFont+F4"/>
              </a:rPr>
              <a:t>Ed, Benjamin Cummings, 1987. </a:t>
            </a:r>
          </a:p>
          <a:p>
            <a:pPr marL="342900" indent="-342900">
              <a:buAutoNum type="arabicPeriod"/>
            </a:pPr>
            <a:r>
              <a:rPr lang="en-IN" sz="1400">
                <a:solidFill>
                  <a:srgbClr val="000000"/>
                </a:solidFill>
                <a:latin typeface="CIDFont+F4"/>
              </a:rPr>
              <a:t>C. R. Cantor and P. R. Schimmel, Biophysical Chemistry (Parts I, II and III), W.H. Freeman &amp; Co., 1980.</a:t>
            </a:r>
          </a:p>
          <a:p>
            <a:r>
              <a:rPr lang="en-IN" sz="1400">
                <a:solidFill>
                  <a:srgbClr val="000000"/>
                </a:solidFill>
                <a:latin typeface="CIDFont+F4"/>
              </a:rPr>
              <a:t>3.    </a:t>
            </a:r>
            <a:r>
              <a:rPr lang="en-IN" sz="1400" b="1">
                <a:solidFill>
                  <a:srgbClr val="000000"/>
                </a:solidFill>
                <a:latin typeface="CIDFont+F4"/>
              </a:rPr>
              <a:t>C. C. Chatterjee, Human Physiology, Vol 1 &amp; 2, 11</a:t>
            </a:r>
            <a:r>
              <a:rPr lang="en-IN" sz="600" b="1" i="0" u="none" strike="noStrike" baseline="0">
                <a:solidFill>
                  <a:srgbClr val="000000"/>
                </a:solidFill>
                <a:latin typeface="CIDFont+F4"/>
              </a:rPr>
              <a:t>th </a:t>
            </a:r>
            <a:r>
              <a:rPr lang="en-IN" sz="1400" b="1">
                <a:solidFill>
                  <a:srgbClr val="000000"/>
                </a:solidFill>
                <a:latin typeface="CIDFont+F4"/>
              </a:rPr>
              <a:t>Ed, Medical Allied Agency, 1987</a:t>
            </a:r>
            <a:r>
              <a:rPr lang="en-IN" sz="2000" b="1" i="0" u="none" strike="noStrike" baseline="0">
                <a:solidFill>
                  <a:srgbClr val="000000"/>
                </a:solidFill>
                <a:latin typeface="CIDFont+F4"/>
              </a:rPr>
              <a:t>.</a:t>
            </a:r>
            <a:r>
              <a:rPr lang="en-IN" sz="2000" b="1">
                <a:solidFill>
                  <a:srgbClr val="000000"/>
                </a:solidFill>
                <a:latin typeface="CIDFont+F4"/>
              </a:rPr>
              <a:t> </a:t>
            </a:r>
            <a:endParaRPr lang="en-IN" sz="2000" b="1" i="0" u="none" strike="noStrike" baseline="0">
              <a:solidFill>
                <a:srgbClr val="000000"/>
              </a:solidFill>
              <a:latin typeface="CIDFont+F4"/>
            </a:endParaRPr>
          </a:p>
          <a:p>
            <a:endParaRPr lang="en-IN" b="0" i="0" u="none" strike="noStrike" baseline="0">
              <a:solidFill>
                <a:srgbClr val="000000"/>
              </a:solidFill>
              <a:latin typeface="CIDFont+F4"/>
            </a:endParaRPr>
          </a:p>
          <a:p>
            <a:r>
              <a:rPr lang="en-IN" sz="1600" b="0" i="0" u="none" strike="noStrike" baseline="0">
                <a:solidFill>
                  <a:srgbClr val="0563C2"/>
                </a:solidFill>
                <a:latin typeface="CIDFont+F4"/>
              </a:rPr>
              <a:t>http://shilloi.iitg.ernet.in/~biotech/BT%20Syllabus/BT%20101.htm</a:t>
            </a:r>
          </a:p>
          <a:p>
            <a:endParaRPr lang="en-IN" sz="2000" b="0" i="0" u="none" strike="noStrike" baseline="0">
              <a:solidFill>
                <a:srgbClr val="000000"/>
              </a:solidFill>
              <a:latin typeface="CIDFont+F6"/>
            </a:endParaRPr>
          </a:p>
          <a:p>
            <a:r>
              <a:rPr lang="en-IN" sz="1600" b="0" i="0" u="none" strike="noStrike" baseline="0">
                <a:solidFill>
                  <a:srgbClr val="000000"/>
                </a:solidFill>
                <a:latin typeface="CIDFont+F6"/>
              </a:rPr>
              <a:t>Text book of Medical physiology, Guyton and Hall</a:t>
            </a:r>
            <a:endParaRPr lang="en-IN" sz="100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735980" y="929549"/>
            <a:ext cx="10671718" cy="4460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198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26636" y="836344"/>
            <a:ext cx="947853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i="0" u="none" strike="noStrike" baseline="0">
                <a:latin typeface="CIDFont+F7"/>
              </a:rPr>
              <a:t>Grading Pattern</a:t>
            </a:r>
          </a:p>
          <a:p>
            <a:endParaRPr lang="en-IN" sz="3600" b="0" i="0" u="none" strike="noStrike" baseline="0">
              <a:latin typeface="CIDFont+F7"/>
            </a:endParaRPr>
          </a:p>
          <a:p>
            <a:r>
              <a:rPr lang="en-IN" sz="2400">
                <a:latin typeface="CIDFont+F4"/>
              </a:rPr>
              <a:t>• </a:t>
            </a:r>
            <a:r>
              <a:rPr lang="en-IN" sz="2400">
                <a:latin typeface="CIDFont+F5"/>
              </a:rPr>
              <a:t>Mid semester:  50 marks</a:t>
            </a:r>
          </a:p>
          <a:p>
            <a:r>
              <a:rPr lang="en-IN" sz="2400">
                <a:latin typeface="CIDFont+F4"/>
              </a:rPr>
              <a:t>• </a:t>
            </a:r>
            <a:r>
              <a:rPr lang="en-IN" sz="2400" strike="sngStrike">
                <a:latin typeface="CIDFont+F5"/>
              </a:rPr>
              <a:t>Quiz </a:t>
            </a:r>
            <a:r>
              <a:rPr lang="en-IN" sz="2400" u="sng" strike="sngStrike">
                <a:latin typeface="CIDFont+F5"/>
              </a:rPr>
              <a:t>before</a:t>
            </a:r>
            <a:r>
              <a:rPr lang="en-IN" sz="2400" strike="sngStrike">
                <a:latin typeface="CIDFont+F5"/>
              </a:rPr>
              <a:t> mid semester:  10 marks</a:t>
            </a:r>
          </a:p>
          <a:p>
            <a:r>
              <a:rPr lang="en-IN" sz="2400">
                <a:latin typeface="CIDFont+F4"/>
              </a:rPr>
              <a:t>• </a:t>
            </a:r>
            <a:r>
              <a:rPr lang="en-IN" sz="2400">
                <a:latin typeface="CIDFont+F5"/>
              </a:rPr>
              <a:t>Final semester :  50 marks</a:t>
            </a:r>
          </a:p>
          <a:p>
            <a:pPr lvl="0"/>
            <a:r>
              <a:rPr lang="en-IN" sz="2400">
                <a:latin typeface="CIDFont+F4"/>
              </a:rPr>
              <a:t>• </a:t>
            </a:r>
            <a:r>
              <a:rPr lang="en-IN" sz="2400" strike="sngStrike">
                <a:latin typeface="CIDFont+F5"/>
              </a:rPr>
              <a:t>Quiz </a:t>
            </a:r>
            <a:r>
              <a:rPr lang="en-IN" sz="2400" u="sng" strike="sngStrike">
                <a:latin typeface="CIDFont+F5"/>
              </a:rPr>
              <a:t>after</a:t>
            </a:r>
            <a:r>
              <a:rPr lang="en-IN" sz="2400" strike="sngStrike">
                <a:latin typeface="CIDFont+F5"/>
              </a:rPr>
              <a:t> mid semester:  10 marks</a:t>
            </a:r>
          </a:p>
          <a:p>
            <a:pPr lvl="0"/>
            <a:endParaRPr lang="en-IN" sz="2400">
              <a:latin typeface="CIDFont+F5"/>
            </a:endParaRPr>
          </a:p>
          <a:p>
            <a:pPr lvl="0"/>
            <a:endParaRPr lang="en-IN" sz="2400">
              <a:latin typeface="CIDFont+F5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solidFill>
                  <a:srgbClr val="FF0000"/>
                </a:solidFill>
                <a:latin typeface="CIDFont+F5"/>
              </a:rPr>
              <a:t>No re-examination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>
              <a:solidFill>
                <a:srgbClr val="FF0000"/>
              </a:solidFill>
              <a:latin typeface="CIDFont+F5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solidFill>
                  <a:srgbClr val="FF0000"/>
                </a:solidFill>
                <a:latin typeface="CIDFont+F5"/>
              </a:rPr>
              <a:t>Attendance guidelines shall be strictly followed</a:t>
            </a:r>
            <a:endParaRPr lang="en-IN" sz="2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191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86623" y="1056444"/>
            <a:ext cx="9255514" cy="32316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IN" sz="3600">
                <a:latin typeface="CIDFont+F1"/>
              </a:rPr>
              <a:t>Human physiology:</a:t>
            </a:r>
          </a:p>
          <a:p>
            <a:endParaRPr lang="en-IN" sz="2400">
              <a:latin typeface="CIDFont+F1"/>
            </a:endParaRPr>
          </a:p>
          <a:p>
            <a:r>
              <a:rPr lang="en-IN" sz="2400">
                <a:latin typeface="CIDFont+F1"/>
              </a:rPr>
              <a:t>Nervous system, biological axons and neurons, neuromuscular and synaptic junctions;</a:t>
            </a:r>
          </a:p>
          <a:p>
            <a:endParaRPr lang="en-IN" sz="2400">
              <a:latin typeface="CIDFont+F1"/>
            </a:endParaRPr>
          </a:p>
          <a:p>
            <a:r>
              <a:rPr lang="en-IN" sz="2400">
                <a:latin typeface="CIDFont+F1"/>
              </a:rPr>
              <a:t>Sensory systems - hearing, taste, smell and visual receptors;</a:t>
            </a:r>
          </a:p>
          <a:p>
            <a:endParaRPr lang="en-IN" sz="2400">
              <a:latin typeface="CIDFont+F1"/>
            </a:endParaRPr>
          </a:p>
          <a:p>
            <a:r>
              <a:rPr lang="en-IN" sz="2400">
                <a:latin typeface="CIDFont+F1"/>
              </a:rPr>
              <a:t>Introduction to ANN.</a:t>
            </a:r>
            <a:endParaRPr lang="en-IN" sz="2400"/>
          </a:p>
        </p:txBody>
      </p:sp>
      <p:sp>
        <p:nvSpPr>
          <p:cNvPr id="2" name="Rectangle 1"/>
          <p:cNvSpPr/>
          <p:nvPr/>
        </p:nvSpPr>
        <p:spPr>
          <a:xfrm>
            <a:off x="8456342" y="4834276"/>
            <a:ext cx="27840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Times New Roman" charset="0"/>
                <a:ea typeface="Times New Roman" charset="0"/>
                <a:cs typeface="Times New Roman" charset="0"/>
              </a:rPr>
              <a:t>Dr. Souptick Chanda,</a:t>
            </a:r>
          </a:p>
          <a:p>
            <a:r>
              <a:rPr lang="en-US">
                <a:latin typeface="Times New Roman" charset="0"/>
                <a:ea typeface="Times New Roman" charset="0"/>
                <a:cs typeface="Times New Roman" charset="0"/>
              </a:rPr>
              <a:t>BSBE, IIT Guwahati</a:t>
            </a:r>
          </a:p>
        </p:txBody>
      </p:sp>
    </p:spTree>
    <p:extLst>
      <p:ext uri="{BB962C8B-B14F-4D97-AF65-F5344CB8AC3E}">
        <p14:creationId xmlns:p14="http://schemas.microsoft.com/office/powerpoint/2010/main" val="3987796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-1901" t="-4639" r="2006" b="4820"/>
          <a:stretch/>
        </p:blipFill>
        <p:spPr>
          <a:xfrm>
            <a:off x="688203" y="308792"/>
            <a:ext cx="9873154" cy="574802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166638" y="306480"/>
            <a:ext cx="37417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>
                <a:latin typeface="CIDFont+F1"/>
              </a:rPr>
              <a:t>The Nervous System</a:t>
            </a:r>
            <a:endParaRPr lang="en-IN" sz="2800" b="1"/>
          </a:p>
        </p:txBody>
      </p:sp>
    </p:spTree>
    <p:extLst>
      <p:ext uri="{BB962C8B-B14F-4D97-AF65-F5344CB8AC3E}">
        <p14:creationId xmlns:p14="http://schemas.microsoft.com/office/powerpoint/2010/main" val="713717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" t="3576" r="-1545" b="1277"/>
          <a:stretch/>
        </p:blipFill>
        <p:spPr>
          <a:xfrm>
            <a:off x="16737" y="15937"/>
            <a:ext cx="8346473" cy="68613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536659" y="2137410"/>
            <a:ext cx="300764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>
                <a:latin typeface="CIDFont+F1"/>
              </a:rPr>
              <a:t>The major components and functions of the</a:t>
            </a:r>
            <a:r>
              <a:rPr lang="en-IN" sz="2800" u="sng">
                <a:latin typeface="CIDFont+F1"/>
              </a:rPr>
              <a:t> central nervous system (CNS)</a:t>
            </a:r>
            <a:endParaRPr lang="en-IN" sz="2800" u="sng"/>
          </a:p>
        </p:txBody>
      </p:sp>
    </p:spTree>
    <p:extLst>
      <p:ext uri="{BB962C8B-B14F-4D97-AF65-F5344CB8AC3E}">
        <p14:creationId xmlns:p14="http://schemas.microsoft.com/office/powerpoint/2010/main" val="1488516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29" y="1162908"/>
            <a:ext cx="8132426" cy="569269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74735" y="214542"/>
            <a:ext cx="30572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>
                <a:latin typeface="CIDFont+F1"/>
              </a:rPr>
              <a:t>The Special Senses</a:t>
            </a:r>
            <a:endParaRPr lang="en-IN" sz="2400" b="1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1081" y="3697094"/>
            <a:ext cx="2891419" cy="28914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54"/>
          <a:stretch/>
        </p:blipFill>
        <p:spPr>
          <a:xfrm>
            <a:off x="8258132" y="219202"/>
            <a:ext cx="3841276" cy="359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15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63" y="416900"/>
            <a:ext cx="4810978" cy="60370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361" y="412376"/>
            <a:ext cx="5189928" cy="604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0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6340" y="654303"/>
            <a:ext cx="11136858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>
                <a:latin typeface="CIDFont+F1"/>
              </a:rPr>
              <a:t>In short, the nervous system has three overall functions:</a:t>
            </a:r>
          </a:p>
          <a:p>
            <a:endParaRPr lang="en-IN" sz="2800" u="sng">
              <a:latin typeface="CIDFont+F1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u="sng">
                <a:latin typeface="CIDFont+F1"/>
              </a:rPr>
              <a:t>Sensory function</a:t>
            </a:r>
            <a:r>
              <a:rPr lang="en-IN" sz="2000" b="1">
                <a:latin typeface="CIDFont+F1"/>
              </a:rPr>
              <a:t> </a:t>
            </a:r>
            <a:r>
              <a:rPr lang="en-IN" sz="2000">
                <a:latin typeface="CIDFont+F1"/>
              </a:rPr>
              <a:t>-  sensory receptors detect the changes in the external environment.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>
              <a:latin typeface="CIDFont+F1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u="sng">
                <a:latin typeface="CIDFont+F1"/>
              </a:rPr>
              <a:t>Integrative function</a:t>
            </a:r>
            <a:r>
              <a:rPr lang="en-IN" sz="2000" b="1">
                <a:latin typeface="CIDFont+F1"/>
              </a:rPr>
              <a:t> </a:t>
            </a:r>
            <a:r>
              <a:rPr lang="en-IN" sz="2000">
                <a:latin typeface="CIDFont+F1"/>
              </a:rPr>
              <a:t>-  The CNS integrates this information.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>
              <a:latin typeface="CIDFont+F1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u="sng">
                <a:latin typeface="CIDFont+F1"/>
              </a:rPr>
              <a:t>Motor function</a:t>
            </a:r>
            <a:r>
              <a:rPr lang="en-IN" sz="2000" b="1">
                <a:latin typeface="CIDFont+F1"/>
              </a:rPr>
              <a:t> </a:t>
            </a:r>
            <a:r>
              <a:rPr lang="en-IN" sz="2000">
                <a:latin typeface="CIDFont+F1"/>
              </a:rPr>
              <a:t>-  effectors (muscles and glands) bring about a response.</a:t>
            </a:r>
          </a:p>
          <a:p>
            <a:endParaRPr lang="en-IN" sz="2800" u="sng">
              <a:latin typeface="CIDFont+F1"/>
            </a:endParaRPr>
          </a:p>
          <a:p>
            <a:r>
              <a:rPr lang="en-IN" sz="2400">
                <a:latin typeface="CIDFont+F1"/>
              </a:rPr>
              <a:t>Example: You are riding a bicycle and see that the traffic light has turned </a:t>
            </a:r>
            <a:r>
              <a:rPr lang="en-IN" sz="2400">
                <a:solidFill>
                  <a:srgbClr val="FF0000"/>
                </a:solidFill>
                <a:latin typeface="CIDFont+F1"/>
              </a:rPr>
              <a:t>RED</a:t>
            </a:r>
            <a:r>
              <a:rPr lang="en-IN" sz="2400">
                <a:latin typeface="CIDFont+F1"/>
              </a:rPr>
              <a:t> (</a:t>
            </a:r>
            <a:r>
              <a:rPr lang="en-IN" sz="2400" u="sng">
                <a:latin typeface="CIDFont+F1"/>
              </a:rPr>
              <a:t>sensory function</a:t>
            </a:r>
            <a:r>
              <a:rPr lang="en-IN" sz="2400">
                <a:latin typeface="CIDFont+F1"/>
              </a:rPr>
              <a:t>). Your CNS integrates the information (</a:t>
            </a:r>
            <a:r>
              <a:rPr lang="en-IN" sz="2400">
                <a:solidFill>
                  <a:srgbClr val="FF0000"/>
                </a:solidFill>
                <a:latin typeface="CIDFont+F1"/>
              </a:rPr>
              <a:t>RED</a:t>
            </a:r>
            <a:r>
              <a:rPr lang="en-IN" sz="2400">
                <a:latin typeface="CIDFont+F1"/>
              </a:rPr>
              <a:t> light means ‘</a:t>
            </a:r>
            <a:r>
              <a:rPr lang="en-IN" sz="2400">
                <a:solidFill>
                  <a:srgbClr val="FF0000"/>
                </a:solidFill>
                <a:latin typeface="CIDFont+F1"/>
              </a:rPr>
              <a:t>STOP</a:t>
            </a:r>
            <a:r>
              <a:rPr lang="en-IN" sz="2400">
                <a:latin typeface="CIDFont+F1"/>
              </a:rPr>
              <a:t>’ - </a:t>
            </a:r>
            <a:r>
              <a:rPr lang="en-IN" sz="2400" u="sng">
                <a:latin typeface="CIDFont+F1"/>
              </a:rPr>
              <a:t>integrative function</a:t>
            </a:r>
            <a:r>
              <a:rPr lang="en-IN" sz="2400">
                <a:latin typeface="CIDFont+F1"/>
              </a:rPr>
              <a:t>), and you use your muscles to apply your brakes to stop the bicycle (</a:t>
            </a:r>
            <a:r>
              <a:rPr lang="en-IN" sz="2400" u="sng">
                <a:latin typeface="CIDFont+F1"/>
              </a:rPr>
              <a:t>motor function</a:t>
            </a:r>
            <a:r>
              <a:rPr lang="en-IN" sz="2400">
                <a:latin typeface="CIDFont+F1"/>
              </a:rPr>
              <a:t>).</a:t>
            </a:r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949869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C16EAF-19CB-493C-93D9-ED0F8271A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59" y="2964640"/>
            <a:ext cx="8724900" cy="30003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150A9F-A57C-40EB-8BF1-3543ABDA3F59}"/>
              </a:ext>
            </a:extLst>
          </p:cNvPr>
          <p:cNvSpPr/>
          <p:nvPr/>
        </p:nvSpPr>
        <p:spPr>
          <a:xfrm>
            <a:off x="1397329" y="1273304"/>
            <a:ext cx="91835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>
                <a:solidFill>
                  <a:srgbClr val="181818"/>
                </a:solidFill>
                <a:latin typeface="*Cambria-5526-Identity-H"/>
              </a:rPr>
              <a:t>The nervous system is composed of nervous tissue. The nervous tissue consists of two elements: Nerve cell or neuron and neuroglia. </a:t>
            </a:r>
            <a:r>
              <a:rPr lang="en-IN" b="1">
                <a:solidFill>
                  <a:srgbClr val="FF0000"/>
                </a:solidFill>
                <a:latin typeface="*Cambria-5526-Identity-H"/>
              </a:rPr>
              <a:t>The neurons are the structural and functional units.</a:t>
            </a:r>
            <a:r>
              <a:rPr lang="en-IN" b="1">
                <a:solidFill>
                  <a:srgbClr val="181818"/>
                </a:solidFill>
                <a:latin typeface="*Cambria-5526-Identity-H"/>
              </a:rPr>
              <a:t> They communicate with each other directly or indirectly through synapses. They are the electrically excitable cells and they transmit impulses via chemical and electrical signals.</a:t>
            </a:r>
            <a:endParaRPr lang="en-IN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528E71-E57A-4727-8A3E-339285758FDA}"/>
              </a:ext>
            </a:extLst>
          </p:cNvPr>
          <p:cNvSpPr txBox="1"/>
          <p:nvPr/>
        </p:nvSpPr>
        <p:spPr>
          <a:xfrm>
            <a:off x="5650461" y="518896"/>
            <a:ext cx="1304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/>
              <a:t>Neuron</a:t>
            </a:r>
          </a:p>
        </p:txBody>
      </p:sp>
    </p:spTree>
    <p:extLst>
      <p:ext uri="{BB962C8B-B14F-4D97-AF65-F5344CB8AC3E}">
        <p14:creationId xmlns:p14="http://schemas.microsoft.com/office/powerpoint/2010/main" val="2308553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4F5A0-8D70-D107-4B0E-9004B4404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83FE9-E8FE-30A5-C9EB-A4ED0480F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9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0EA4B-EDA3-2FE9-883E-F0CF55F3E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6B94F-A443-ADAD-A842-0CC1DE535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2766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41CF-D98B-C1AF-BAF2-0857A857F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4D328-E532-FD3D-C647-FE7A0AA13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5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5FB14-796B-1BB2-CE1E-7458716C5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BA408-4F8A-E8F1-8D4F-FD68C164A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34" y="1592792"/>
            <a:ext cx="11108266" cy="458417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43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E1BA3-2460-9C87-333F-1F7BD46EB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0EE07-3CE0-5536-2499-B94D51E0A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76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2622627FE0BB42A7311AF50D73D144" ma:contentTypeVersion="10" ma:contentTypeDescription="Create a new document." ma:contentTypeScope="" ma:versionID="c7caf746f9f59231fcc88430109f7c93">
  <xsd:schema xmlns:xsd="http://www.w3.org/2001/XMLSchema" xmlns:xs="http://www.w3.org/2001/XMLSchema" xmlns:p="http://schemas.microsoft.com/office/2006/metadata/properties" xmlns:ns2="f3d90b6b-40ba-4cf1-9177-eadded3cce4b" xmlns:ns3="469ac0c8-6c93-45a5-801f-5dae600c78f6" targetNamespace="http://schemas.microsoft.com/office/2006/metadata/properties" ma:root="true" ma:fieldsID="d77bf9fd42b4d7e102237062b1ace12d" ns2:_="" ns3:_="">
    <xsd:import namespace="f3d90b6b-40ba-4cf1-9177-eadded3cce4b"/>
    <xsd:import namespace="469ac0c8-6c93-45a5-801f-5dae600c78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d90b6b-40ba-4cf1-9177-eadded3cce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9ac0c8-6c93-45a5-801f-5dae600c78f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9F232DD-E249-4E02-B467-729AF916B9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E98DE4-E1F2-4408-BF2D-B2F7F6D7CDFE}">
  <ds:schemaRefs>
    <ds:schemaRef ds:uri="469ac0c8-6c93-45a5-801f-5dae600c78f6"/>
    <ds:schemaRef ds:uri="f3d90b6b-40ba-4cf1-9177-eadded3cce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F7D00ED-DE3A-44D9-93E6-43A642357C82}">
  <ds:schemaRefs>
    <ds:schemaRef ds:uri="469ac0c8-6c93-45a5-801f-5dae600c78f6"/>
    <ds:schemaRef ds:uri="f3d90b6b-40ba-4cf1-9177-eadded3cce4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IITG</dc:creator>
  <cp:revision>1</cp:revision>
  <dcterms:created xsi:type="dcterms:W3CDTF">2018-02-19T09:53:57Z</dcterms:created>
  <dcterms:modified xsi:type="dcterms:W3CDTF">2024-04-24T09:42:55Z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0x010100252622627FE0BB42A7311AF50D73D144</vt:lpwstr>
  </property>
</Properties>
</file>