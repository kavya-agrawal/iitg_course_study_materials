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265" r:id="rId6"/>
    <p:sldId id="266" r:id="rId7"/>
    <p:sldId id="264" r:id="rId8"/>
    <p:sldId id="267" r:id="rId9"/>
    <p:sldId id="268" r:id="rId10"/>
    <p:sldId id="269" r:id="rId11"/>
    <p:sldId id="257" r:id="rId12"/>
    <p:sldId id="270" r:id="rId13"/>
    <p:sldId id="271" r:id="rId14"/>
    <p:sldId id="272" r:id="rId15"/>
    <p:sldId id="371" r:id="rId16"/>
    <p:sldId id="274" r:id="rId17"/>
    <p:sldId id="275" r:id="rId18"/>
    <p:sldId id="276" r:id="rId19"/>
    <p:sldId id="351" r:id="rId20"/>
    <p:sldId id="277" r:id="rId21"/>
    <p:sldId id="370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1EE04B-D3C4-0B8E-BC74-2A2991EF3E93}" v="6" dt="2024-04-23T23:57:40.516"/>
    <p1510:client id="{879738F5-DBF8-FCC7-7418-E5AF2A88CC97}" v="2" dt="2024-04-22T11:12:55.341"/>
    <p1510:client id="{87DD06A7-C595-4012-8FA7-930997061AD8}" v="1" dt="2024-04-23T14:07:57.625"/>
    <p1510:client id="{BC7B0B00-6E4A-4D71-BD5B-14B9E3F471A5}" v="1" dt="2024-04-23T09:52:17.647"/>
    <p1510:client id="{C0BBAC28-FA87-4F84-997A-E0D57ED0D414}" v="13" dt="2024-04-23T09:38:56.804"/>
    <p1510:client id="{CF9F9F90-5275-D96C-D5E7-C48F5D6354ED}" v="1" dt="2024-04-23T07:51:49.490"/>
    <p1510:client id="{FAFB37ED-C187-950F-F683-3328B201E6A8}" v="8" dt="2024-04-23T05:45:03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KYA KOUSHIK KRISHNA RATHOD" userId="S::b.rathod@iitg.ac.in::aeca8632-4bcc-482f-bee9-3ddf53b95bc0" providerId="AD" clId="Web-{BC7B0B00-6E4A-4D71-BD5B-14B9E3F471A5}"/>
    <pc:docChg chg="modSld">
      <pc:chgData name="BHUKYA KOUSHIK KRISHNA RATHOD" userId="S::b.rathod@iitg.ac.in::aeca8632-4bcc-482f-bee9-3ddf53b95bc0" providerId="AD" clId="Web-{BC7B0B00-6E4A-4D71-BD5B-14B9E3F471A5}" dt="2024-04-23T09:52:17.647" v="0" actId="1076"/>
      <pc:docMkLst>
        <pc:docMk/>
      </pc:docMkLst>
      <pc:sldChg chg="modSp">
        <pc:chgData name="BHUKYA KOUSHIK KRISHNA RATHOD" userId="S::b.rathod@iitg.ac.in::aeca8632-4bcc-482f-bee9-3ddf53b95bc0" providerId="AD" clId="Web-{BC7B0B00-6E4A-4D71-BD5B-14B9E3F471A5}" dt="2024-04-23T09:52:17.647" v="0" actId="1076"/>
        <pc:sldMkLst>
          <pc:docMk/>
          <pc:sldMk cId="0" sldId="351"/>
        </pc:sldMkLst>
        <pc:picChg chg="mod">
          <ac:chgData name="BHUKYA KOUSHIK KRISHNA RATHOD" userId="S::b.rathod@iitg.ac.in::aeca8632-4bcc-482f-bee9-3ddf53b95bc0" providerId="AD" clId="Web-{BC7B0B00-6E4A-4D71-BD5B-14B9E3F471A5}" dt="2024-04-23T09:52:17.647" v="0" actId="1076"/>
          <ac:picMkLst>
            <pc:docMk/>
            <pc:sldMk cId="0" sldId="351"/>
            <ac:picMk id="11267" creationId="{91E5A8E5-7078-4B13-B85A-937B6AC5DD3F}"/>
          </ac:picMkLst>
        </pc:picChg>
      </pc:sldChg>
    </pc:docChg>
  </pc:docChgLst>
  <pc:docChgLst>
    <pc:chgData name="HARSHIT GOEL" userId="S::harshit.goel@iitg.ac.in::c36d7eaf-456d-43fd-8514-2e8b6c881475" providerId="AD" clId="Web-{CF9F9F90-5275-D96C-D5E7-C48F5D6354ED}"/>
    <pc:docChg chg="modSld">
      <pc:chgData name="HARSHIT GOEL" userId="S::harshit.goel@iitg.ac.in::c36d7eaf-456d-43fd-8514-2e8b6c881475" providerId="AD" clId="Web-{CF9F9F90-5275-D96C-D5E7-C48F5D6354ED}" dt="2024-04-23T07:51:49.490" v="0" actId="1076"/>
      <pc:docMkLst>
        <pc:docMk/>
      </pc:docMkLst>
      <pc:sldChg chg="modSp">
        <pc:chgData name="HARSHIT GOEL" userId="S::harshit.goel@iitg.ac.in::c36d7eaf-456d-43fd-8514-2e8b6c881475" providerId="AD" clId="Web-{CF9F9F90-5275-D96C-D5E7-C48F5D6354ED}" dt="2024-04-23T07:51:49.490" v="0" actId="1076"/>
        <pc:sldMkLst>
          <pc:docMk/>
          <pc:sldMk cId="1555602557" sldId="268"/>
        </pc:sldMkLst>
        <pc:picChg chg="mod">
          <ac:chgData name="HARSHIT GOEL" userId="S::harshit.goel@iitg.ac.in::c36d7eaf-456d-43fd-8514-2e8b6c881475" providerId="AD" clId="Web-{CF9F9F90-5275-D96C-D5E7-C48F5D6354ED}" dt="2024-04-23T07:51:49.490" v="0" actId="1076"/>
          <ac:picMkLst>
            <pc:docMk/>
            <pc:sldMk cId="1555602557" sldId="268"/>
            <ac:picMk id="4" creationId="{244883CD-D4D6-47FB-9EF9-A819AF0E057B}"/>
          </ac:picMkLst>
        </pc:picChg>
      </pc:sldChg>
    </pc:docChg>
  </pc:docChgLst>
  <pc:docChgLst>
    <pc:chgData name="ENIYAN E" userId="S::e.eniyan@iitg.ac.in::159c2fbe-6dd2-4bb1-a4d3-f2d10b84eb4d" providerId="AD" clId="Web-{4F1D3F26-56C2-4D1F-9A0E-527A2CDFE239}"/>
    <pc:docChg chg="addSld">
      <pc:chgData name="ENIYAN E" userId="S::e.eniyan@iitg.ac.in::159c2fbe-6dd2-4bb1-a4d3-f2d10b84eb4d" providerId="AD" clId="Web-{4F1D3F26-56C2-4D1F-9A0E-527A2CDFE239}" dt="2024-04-15T09:53:14.636" v="0"/>
      <pc:docMkLst>
        <pc:docMk/>
      </pc:docMkLst>
      <pc:sldChg chg="new">
        <pc:chgData name="ENIYAN E" userId="S::e.eniyan@iitg.ac.in::159c2fbe-6dd2-4bb1-a4d3-f2d10b84eb4d" providerId="AD" clId="Web-{4F1D3F26-56C2-4D1F-9A0E-527A2CDFE239}" dt="2024-04-15T09:53:14.636" v="0"/>
        <pc:sldMkLst>
          <pc:docMk/>
          <pc:sldMk cId="118414476" sldId="371"/>
        </pc:sldMkLst>
      </pc:sldChg>
    </pc:docChg>
  </pc:docChgLst>
  <pc:docChgLst>
    <pc:chgData name="UPENDRA NAGAR" userId="S::n.upendra@iitg.ac.in::d734315a-32fd-45dd-9a93-c0a3b15acb57" providerId="AD" clId="Web-{C670D9B5-416F-4110-A88F-11008E2ABD46}"/>
    <pc:docChg chg="modSld">
      <pc:chgData name="UPENDRA NAGAR" userId="S::n.upendra@iitg.ac.in::d734315a-32fd-45dd-9a93-c0a3b15acb57" providerId="AD" clId="Web-{C670D9B5-416F-4110-A88F-11008E2ABD46}" dt="2024-04-16T18:32:32.672" v="2" actId="1076"/>
      <pc:docMkLst>
        <pc:docMk/>
      </pc:docMkLst>
      <pc:sldChg chg="modSp">
        <pc:chgData name="UPENDRA NAGAR" userId="S::n.upendra@iitg.ac.in::d734315a-32fd-45dd-9a93-c0a3b15acb57" providerId="AD" clId="Web-{C670D9B5-416F-4110-A88F-11008E2ABD46}" dt="2024-04-16T18:24:30.271" v="1" actId="1076"/>
        <pc:sldMkLst>
          <pc:docMk/>
          <pc:sldMk cId="3825494429" sldId="272"/>
        </pc:sldMkLst>
        <pc:picChg chg="mod">
          <ac:chgData name="UPENDRA NAGAR" userId="S::n.upendra@iitg.ac.in::d734315a-32fd-45dd-9a93-c0a3b15acb57" providerId="AD" clId="Web-{C670D9B5-416F-4110-A88F-11008E2ABD46}" dt="2024-04-16T18:24:30.271" v="1" actId="1076"/>
          <ac:picMkLst>
            <pc:docMk/>
            <pc:sldMk cId="3825494429" sldId="272"/>
            <ac:picMk id="4" creationId="{4D849566-4A9C-452E-85CC-1D3394DD6241}"/>
          </ac:picMkLst>
        </pc:picChg>
      </pc:sldChg>
      <pc:sldChg chg="modSp">
        <pc:chgData name="UPENDRA NAGAR" userId="S::n.upendra@iitg.ac.in::d734315a-32fd-45dd-9a93-c0a3b15acb57" providerId="AD" clId="Web-{C670D9B5-416F-4110-A88F-11008E2ABD46}" dt="2024-04-16T18:32:32.672" v="2" actId="1076"/>
        <pc:sldMkLst>
          <pc:docMk/>
          <pc:sldMk cId="0" sldId="351"/>
        </pc:sldMkLst>
        <pc:picChg chg="mod">
          <ac:chgData name="UPENDRA NAGAR" userId="S::n.upendra@iitg.ac.in::d734315a-32fd-45dd-9a93-c0a3b15acb57" providerId="AD" clId="Web-{C670D9B5-416F-4110-A88F-11008E2ABD46}" dt="2024-04-16T18:32:32.672" v="2" actId="1076"/>
          <ac:picMkLst>
            <pc:docMk/>
            <pc:sldMk cId="0" sldId="351"/>
            <ac:picMk id="11267" creationId="{91E5A8E5-7078-4B13-B85A-937B6AC5DD3F}"/>
          </ac:picMkLst>
        </pc:picChg>
      </pc:sldChg>
    </pc:docChg>
  </pc:docChgLst>
  <pc:docChgLst>
    <pc:chgData name="TAKSHAY BANSAL" userId="S::t.bansal@iitg.ac.in::de2f2c1d-4528-42bf-adcf-5708ebdfb86e" providerId="AD" clId="Web-{734CA181-9439-47BE-88B8-6C88E563D6F6}"/>
    <pc:docChg chg="modSld">
      <pc:chgData name="TAKSHAY BANSAL" userId="S::t.bansal@iitg.ac.in::de2f2c1d-4528-42bf-adcf-5708ebdfb86e" providerId="AD" clId="Web-{734CA181-9439-47BE-88B8-6C88E563D6F6}" dt="2024-04-14T12:26:47.014" v="0" actId="1076"/>
      <pc:docMkLst>
        <pc:docMk/>
      </pc:docMkLst>
      <pc:sldChg chg="modSp">
        <pc:chgData name="TAKSHAY BANSAL" userId="S::t.bansal@iitg.ac.in::de2f2c1d-4528-42bf-adcf-5708ebdfb86e" providerId="AD" clId="Web-{734CA181-9439-47BE-88B8-6C88E563D6F6}" dt="2024-04-14T12:26:47.014" v="0" actId="1076"/>
        <pc:sldMkLst>
          <pc:docMk/>
          <pc:sldMk cId="2248671895" sldId="265"/>
        </pc:sldMkLst>
        <pc:picChg chg="mod">
          <ac:chgData name="TAKSHAY BANSAL" userId="S::t.bansal@iitg.ac.in::de2f2c1d-4528-42bf-adcf-5708ebdfb86e" providerId="AD" clId="Web-{734CA181-9439-47BE-88B8-6C88E563D6F6}" dt="2024-04-14T12:26:47.014" v="0" actId="1076"/>
          <ac:picMkLst>
            <pc:docMk/>
            <pc:sldMk cId="2248671895" sldId="265"/>
            <ac:picMk id="4" creationId="{6EF8A0C8-9726-4D13-B85C-3922BE4BCC4D}"/>
          </ac:picMkLst>
        </pc:picChg>
      </pc:sldChg>
    </pc:docChg>
  </pc:docChgLst>
  <pc:docChgLst>
    <pc:chgData name="BHUKYA KOUSHIK KRISHNA RATHOD" userId="S::b.rathod@iitg.ac.in::aeca8632-4bcc-482f-bee9-3ddf53b95bc0" providerId="AD" clId="Web-{C0BBAC28-FA87-4F84-997A-E0D57ED0D414}"/>
    <pc:docChg chg="modSld">
      <pc:chgData name="BHUKYA KOUSHIK KRISHNA RATHOD" userId="S::b.rathod@iitg.ac.in::aeca8632-4bcc-482f-bee9-3ddf53b95bc0" providerId="AD" clId="Web-{C0BBAC28-FA87-4F84-997A-E0D57ED0D414}" dt="2024-04-23T09:38:56.804" v="12" actId="14100"/>
      <pc:docMkLst>
        <pc:docMk/>
      </pc:docMkLst>
      <pc:sldChg chg="modSp">
        <pc:chgData name="BHUKYA KOUSHIK KRISHNA RATHOD" userId="S::b.rathod@iitg.ac.in::aeca8632-4bcc-482f-bee9-3ddf53b95bc0" providerId="AD" clId="Web-{C0BBAC28-FA87-4F84-997A-E0D57ED0D414}" dt="2024-04-23T09:33:32.683" v="4" actId="1076"/>
        <pc:sldMkLst>
          <pc:docMk/>
          <pc:sldMk cId="3993191848" sldId="257"/>
        </pc:sldMkLst>
        <pc:picChg chg="mod">
          <ac:chgData name="BHUKYA KOUSHIK KRISHNA RATHOD" userId="S::b.rathod@iitg.ac.in::aeca8632-4bcc-482f-bee9-3ddf53b95bc0" providerId="AD" clId="Web-{C0BBAC28-FA87-4F84-997A-E0D57ED0D414}" dt="2024-04-23T09:33:32.683" v="4" actId="1076"/>
          <ac:picMkLst>
            <pc:docMk/>
            <pc:sldMk cId="3993191848" sldId="257"/>
            <ac:picMk id="1026" creationId="{D81E2502-AB41-4B5B-BC96-5E3C36096C4E}"/>
          </ac:picMkLst>
        </pc:picChg>
      </pc:sldChg>
      <pc:sldChg chg="modSp">
        <pc:chgData name="BHUKYA KOUSHIK KRISHNA RATHOD" userId="S::b.rathod@iitg.ac.in::aeca8632-4bcc-482f-bee9-3ddf53b95bc0" providerId="AD" clId="Web-{C0BBAC28-FA87-4F84-997A-E0D57ED0D414}" dt="2024-04-23T09:30:49.146" v="0" actId="1076"/>
        <pc:sldMkLst>
          <pc:docMk/>
          <pc:sldMk cId="2248671895" sldId="265"/>
        </pc:sldMkLst>
        <pc:picChg chg="mod">
          <ac:chgData name="BHUKYA KOUSHIK KRISHNA RATHOD" userId="S::b.rathod@iitg.ac.in::aeca8632-4bcc-482f-bee9-3ddf53b95bc0" providerId="AD" clId="Web-{C0BBAC28-FA87-4F84-997A-E0D57ED0D414}" dt="2024-04-23T09:30:49.146" v="0" actId="1076"/>
          <ac:picMkLst>
            <pc:docMk/>
            <pc:sldMk cId="2248671895" sldId="265"/>
            <ac:picMk id="4" creationId="{6EF8A0C8-9726-4D13-B85C-3922BE4BCC4D}"/>
          </ac:picMkLst>
        </pc:picChg>
      </pc:sldChg>
      <pc:sldChg chg="addSp delSp modSp mod setBg">
        <pc:chgData name="BHUKYA KOUSHIK KRISHNA RATHOD" userId="S::b.rathod@iitg.ac.in::aeca8632-4bcc-482f-bee9-3ddf53b95bc0" providerId="AD" clId="Web-{C0BBAC28-FA87-4F84-997A-E0D57ED0D414}" dt="2024-04-23T09:36:02.251" v="11"/>
        <pc:sldMkLst>
          <pc:docMk/>
          <pc:sldMk cId="3229709520" sldId="271"/>
        </pc:sldMkLst>
        <pc:spChg chg="add">
          <ac:chgData name="BHUKYA KOUSHIK KRISHNA RATHOD" userId="S::b.rathod@iitg.ac.in::aeca8632-4bcc-482f-bee9-3ddf53b95bc0" providerId="AD" clId="Web-{C0BBAC28-FA87-4F84-997A-E0D57ED0D414}" dt="2024-04-23T09:36:02.251" v="11"/>
          <ac:spMkLst>
            <pc:docMk/>
            <pc:sldMk cId="3229709520" sldId="271"/>
            <ac:spMk id="7" creationId="{42A4FC2C-047E-45A5-965D-8E1E3BF09BC6}"/>
          </ac:spMkLst>
        </pc:spChg>
        <pc:picChg chg="add mod">
          <ac:chgData name="BHUKYA KOUSHIK KRISHNA RATHOD" userId="S::b.rathod@iitg.ac.in::aeca8632-4bcc-482f-bee9-3ddf53b95bc0" providerId="AD" clId="Web-{C0BBAC28-FA87-4F84-997A-E0D57ED0D414}" dt="2024-04-23T09:36:02.251" v="11"/>
          <ac:picMkLst>
            <pc:docMk/>
            <pc:sldMk cId="3229709520" sldId="271"/>
            <ac:picMk id="2" creationId="{09991023-BA41-4488-8833-4ADB28981FBD}"/>
          </ac:picMkLst>
        </pc:picChg>
        <pc:picChg chg="del mod">
          <ac:chgData name="BHUKYA KOUSHIK KRISHNA RATHOD" userId="S::b.rathod@iitg.ac.in::aeca8632-4bcc-482f-bee9-3ddf53b95bc0" providerId="AD" clId="Web-{C0BBAC28-FA87-4F84-997A-E0D57ED0D414}" dt="2024-04-23T09:35:47.172" v="6"/>
          <ac:picMkLst>
            <pc:docMk/>
            <pc:sldMk cId="3229709520" sldId="271"/>
            <ac:picMk id="4" creationId="{CE0CB7EF-C5ED-48AF-B361-3E335C3422C5}"/>
          </ac:picMkLst>
        </pc:picChg>
      </pc:sldChg>
      <pc:sldChg chg="modSp">
        <pc:chgData name="BHUKYA KOUSHIK KRISHNA RATHOD" userId="S::b.rathod@iitg.ac.in::aeca8632-4bcc-482f-bee9-3ddf53b95bc0" providerId="AD" clId="Web-{C0BBAC28-FA87-4F84-997A-E0D57ED0D414}" dt="2024-04-23T09:38:56.804" v="12" actId="14100"/>
        <pc:sldMkLst>
          <pc:docMk/>
          <pc:sldMk cId="0" sldId="351"/>
        </pc:sldMkLst>
        <pc:spChg chg="mod">
          <ac:chgData name="BHUKYA KOUSHIK KRISHNA RATHOD" userId="S::b.rathod@iitg.ac.in::aeca8632-4bcc-482f-bee9-3ddf53b95bc0" providerId="AD" clId="Web-{C0BBAC28-FA87-4F84-997A-E0D57ED0D414}" dt="2024-04-23T09:38:56.804" v="12" actId="14100"/>
          <ac:spMkLst>
            <pc:docMk/>
            <pc:sldMk cId="0" sldId="351"/>
            <ac:spMk id="11268" creationId="{6B40C9EC-BD6E-4F8F-B171-112CAFCCFAC9}"/>
          </ac:spMkLst>
        </pc:spChg>
      </pc:sldChg>
    </pc:docChg>
  </pc:docChgLst>
  <pc:docChgLst>
    <pc:chgData name="K RAHUL" userId="S::krahul.3044@iitg.ac.in::5f2a4117-e591-41b7-b8cc-10e22aee723f" providerId="AD" clId="Web-{87DD06A7-C595-4012-8FA7-930997061AD8}"/>
    <pc:docChg chg="sldOrd">
      <pc:chgData name="K RAHUL" userId="S::krahul.3044@iitg.ac.in::5f2a4117-e591-41b7-b8cc-10e22aee723f" providerId="AD" clId="Web-{87DD06A7-C595-4012-8FA7-930997061AD8}" dt="2024-04-23T14:07:57.625" v="0"/>
      <pc:docMkLst>
        <pc:docMk/>
      </pc:docMkLst>
      <pc:sldChg chg="ord">
        <pc:chgData name="K RAHUL" userId="S::krahul.3044@iitg.ac.in::5f2a4117-e591-41b7-b8cc-10e22aee723f" providerId="AD" clId="Web-{87DD06A7-C595-4012-8FA7-930997061AD8}" dt="2024-04-23T14:07:57.625" v="0"/>
        <pc:sldMkLst>
          <pc:docMk/>
          <pc:sldMk cId="2127845348" sldId="264"/>
        </pc:sldMkLst>
      </pc:sldChg>
    </pc:docChg>
  </pc:docChgLst>
  <pc:docChgLst>
    <pc:chgData name="CHODABATTULA MONI PRANEETH" userId="S::p.chodabattula@iitg.ac.in::1b4487b8-500d-4472-b596-fa3dff2625d4" providerId="AD" clId="Web-{FAFB37ED-C187-950F-F683-3328B201E6A8}"/>
    <pc:docChg chg="modSld">
      <pc:chgData name="CHODABATTULA MONI PRANEETH" userId="S::p.chodabattula@iitg.ac.in::1b4487b8-500d-4472-b596-fa3dff2625d4" providerId="AD" clId="Web-{FAFB37ED-C187-950F-F683-3328B201E6A8}" dt="2024-04-23T05:45:03.970" v="7" actId="1076"/>
      <pc:docMkLst>
        <pc:docMk/>
      </pc:docMkLst>
      <pc:sldChg chg="modSp">
        <pc:chgData name="CHODABATTULA MONI PRANEETH" userId="S::p.chodabattula@iitg.ac.in::1b4487b8-500d-4472-b596-fa3dff2625d4" providerId="AD" clId="Web-{FAFB37ED-C187-950F-F683-3328B201E6A8}" dt="2024-04-23T05:39:25.339" v="2" actId="1076"/>
        <pc:sldMkLst>
          <pc:docMk/>
          <pc:sldMk cId="3983814746" sldId="266"/>
        </pc:sldMkLst>
        <pc:picChg chg="mod">
          <ac:chgData name="CHODABATTULA MONI PRANEETH" userId="S::p.chodabattula@iitg.ac.in::1b4487b8-500d-4472-b596-fa3dff2625d4" providerId="AD" clId="Web-{FAFB37ED-C187-950F-F683-3328B201E6A8}" dt="2024-04-23T05:39:25.339" v="2" actId="1076"/>
          <ac:picMkLst>
            <pc:docMk/>
            <pc:sldMk cId="3983814746" sldId="266"/>
            <ac:picMk id="4" creationId="{FB95E9EE-226C-4534-ACF5-BB601383211D}"/>
          </ac:picMkLst>
        </pc:picChg>
      </pc:sldChg>
      <pc:sldChg chg="modSp">
        <pc:chgData name="CHODABATTULA MONI PRANEETH" userId="S::p.chodabattula@iitg.ac.in::1b4487b8-500d-4472-b596-fa3dff2625d4" providerId="AD" clId="Web-{FAFB37ED-C187-950F-F683-3328B201E6A8}" dt="2024-04-23T05:43:13.281" v="5" actId="1076"/>
        <pc:sldMkLst>
          <pc:docMk/>
          <pc:sldMk cId="1555602557" sldId="268"/>
        </pc:sldMkLst>
        <pc:picChg chg="mod">
          <ac:chgData name="CHODABATTULA MONI PRANEETH" userId="S::p.chodabattula@iitg.ac.in::1b4487b8-500d-4472-b596-fa3dff2625d4" providerId="AD" clId="Web-{FAFB37ED-C187-950F-F683-3328B201E6A8}" dt="2024-04-23T05:43:13.281" v="5" actId="1076"/>
          <ac:picMkLst>
            <pc:docMk/>
            <pc:sldMk cId="1555602557" sldId="268"/>
            <ac:picMk id="4" creationId="{244883CD-D4D6-47FB-9EF9-A819AF0E057B}"/>
          </ac:picMkLst>
        </pc:picChg>
      </pc:sldChg>
      <pc:sldChg chg="modSp">
        <pc:chgData name="CHODABATTULA MONI PRANEETH" userId="S::p.chodabattula@iitg.ac.in::1b4487b8-500d-4472-b596-fa3dff2625d4" providerId="AD" clId="Web-{FAFB37ED-C187-950F-F683-3328B201E6A8}" dt="2024-04-23T05:43:19.015" v="6" actId="1076"/>
        <pc:sldMkLst>
          <pc:docMk/>
          <pc:sldMk cId="2555797733" sldId="269"/>
        </pc:sldMkLst>
        <pc:picChg chg="mod">
          <ac:chgData name="CHODABATTULA MONI PRANEETH" userId="S::p.chodabattula@iitg.ac.in::1b4487b8-500d-4472-b596-fa3dff2625d4" providerId="AD" clId="Web-{FAFB37ED-C187-950F-F683-3328B201E6A8}" dt="2024-04-23T05:43:19.015" v="6" actId="1076"/>
          <ac:picMkLst>
            <pc:docMk/>
            <pc:sldMk cId="2555797733" sldId="269"/>
            <ac:picMk id="4" creationId="{6003E788-3378-4FEF-AE56-A590D5749AD3}"/>
          </ac:picMkLst>
        </pc:picChg>
      </pc:sldChg>
      <pc:sldChg chg="modSp">
        <pc:chgData name="CHODABATTULA MONI PRANEETH" userId="S::p.chodabattula@iitg.ac.in::1b4487b8-500d-4472-b596-fa3dff2625d4" providerId="AD" clId="Web-{FAFB37ED-C187-950F-F683-3328B201E6A8}" dt="2024-04-23T05:45:03.970" v="7" actId="1076"/>
        <pc:sldMkLst>
          <pc:docMk/>
          <pc:sldMk cId="3229709520" sldId="271"/>
        </pc:sldMkLst>
        <pc:picChg chg="mod">
          <ac:chgData name="CHODABATTULA MONI PRANEETH" userId="S::p.chodabattula@iitg.ac.in::1b4487b8-500d-4472-b596-fa3dff2625d4" providerId="AD" clId="Web-{FAFB37ED-C187-950F-F683-3328B201E6A8}" dt="2024-04-23T05:45:03.970" v="7" actId="1076"/>
          <ac:picMkLst>
            <pc:docMk/>
            <pc:sldMk cId="3229709520" sldId="271"/>
            <ac:picMk id="4" creationId="{CE0CB7EF-C5ED-48AF-B361-3E335C3422C5}"/>
          </ac:picMkLst>
        </pc:picChg>
      </pc:sldChg>
    </pc:docChg>
  </pc:docChgLst>
  <pc:docChgLst>
    <pc:chgData name="SAYAN ROY" userId="S::sayan.roy@iitg.ac.in::534bd757-325c-4c23-8ef7-6d4932ac52b3" providerId="AD" clId="Web-{6D1EE04B-D3C4-0B8E-BC74-2A2991EF3E93}"/>
    <pc:docChg chg="modSld">
      <pc:chgData name="SAYAN ROY" userId="S::sayan.roy@iitg.ac.in::534bd757-325c-4c23-8ef7-6d4932ac52b3" providerId="AD" clId="Web-{6D1EE04B-D3C4-0B8E-BC74-2A2991EF3E93}" dt="2024-04-23T23:57:40.516" v="5" actId="14100"/>
      <pc:docMkLst>
        <pc:docMk/>
      </pc:docMkLst>
      <pc:sldChg chg="modSp">
        <pc:chgData name="SAYAN ROY" userId="S::sayan.roy@iitg.ac.in::534bd757-325c-4c23-8ef7-6d4932ac52b3" providerId="AD" clId="Web-{6D1EE04B-D3C4-0B8E-BC74-2A2991EF3E93}" dt="2024-04-23T23:40:24.075" v="2" actId="1076"/>
        <pc:sldMkLst>
          <pc:docMk/>
          <pc:sldMk cId="2248671895" sldId="265"/>
        </pc:sldMkLst>
        <pc:picChg chg="mod">
          <ac:chgData name="SAYAN ROY" userId="S::sayan.roy@iitg.ac.in::534bd757-325c-4c23-8ef7-6d4932ac52b3" providerId="AD" clId="Web-{6D1EE04B-D3C4-0B8E-BC74-2A2991EF3E93}" dt="2024-04-23T23:40:24.075" v="2" actId="1076"/>
          <ac:picMkLst>
            <pc:docMk/>
            <pc:sldMk cId="2248671895" sldId="265"/>
            <ac:picMk id="4" creationId="{6EF8A0C8-9726-4D13-B85C-3922BE4BCC4D}"/>
          </ac:picMkLst>
        </pc:picChg>
      </pc:sldChg>
      <pc:sldChg chg="modSp">
        <pc:chgData name="SAYAN ROY" userId="S::sayan.roy@iitg.ac.in::534bd757-325c-4c23-8ef7-6d4932ac52b3" providerId="AD" clId="Web-{6D1EE04B-D3C4-0B8E-BC74-2A2991EF3E93}" dt="2024-04-23T23:57:40.516" v="5" actId="14100"/>
        <pc:sldMkLst>
          <pc:docMk/>
          <pc:sldMk cId="1555602557" sldId="268"/>
        </pc:sldMkLst>
        <pc:picChg chg="mod">
          <ac:chgData name="SAYAN ROY" userId="S::sayan.roy@iitg.ac.in::534bd757-325c-4c23-8ef7-6d4932ac52b3" providerId="AD" clId="Web-{6D1EE04B-D3C4-0B8E-BC74-2A2991EF3E93}" dt="2024-04-23T23:57:40.516" v="5" actId="14100"/>
          <ac:picMkLst>
            <pc:docMk/>
            <pc:sldMk cId="1555602557" sldId="268"/>
            <ac:picMk id="4" creationId="{244883CD-D4D6-47FB-9EF9-A819AF0E057B}"/>
          </ac:picMkLst>
        </pc:picChg>
      </pc:sldChg>
    </pc:docChg>
  </pc:docChgLst>
  <pc:docChgLst>
    <pc:chgData name="ARYAN KUMAR" userId="S::aryan.kumar@iitg.ac.in::f20c7f07-1478-4297-aa0c-921c062ac89c" providerId="AD" clId="Web-{1B85BF87-9EE1-4B4D-8498-5F245D1D4846}"/>
    <pc:docChg chg="sldOrd">
      <pc:chgData name="ARYAN KUMAR" userId="S::aryan.kumar@iitg.ac.in::f20c7f07-1478-4297-aa0c-921c062ac89c" providerId="AD" clId="Web-{1B85BF87-9EE1-4B4D-8498-5F245D1D4846}" dt="2024-04-15T17:57:57.624" v="0"/>
      <pc:docMkLst>
        <pc:docMk/>
      </pc:docMkLst>
      <pc:sldChg chg="ord">
        <pc:chgData name="ARYAN KUMAR" userId="S::aryan.kumar@iitg.ac.in::f20c7f07-1478-4297-aa0c-921c062ac89c" providerId="AD" clId="Web-{1B85BF87-9EE1-4B4D-8498-5F245D1D4846}" dt="2024-04-15T17:57:57.624" v="0"/>
        <pc:sldMkLst>
          <pc:docMk/>
          <pc:sldMk cId="2043176944" sldId="273"/>
        </pc:sldMkLst>
      </pc:sldChg>
    </pc:docChg>
  </pc:docChgLst>
  <pc:docChgLst>
    <pc:chgData name="SAURAV" userId="S::saurav.4097@iitg.ac.in::b4033196-6970-4b30-a8a2-abca25ad373b" providerId="AD" clId="Web-{879738F5-DBF8-FCC7-7418-E5AF2A88CC97}"/>
    <pc:docChg chg="modSld">
      <pc:chgData name="SAURAV" userId="S::saurav.4097@iitg.ac.in::b4033196-6970-4b30-a8a2-abca25ad373b" providerId="AD" clId="Web-{879738F5-DBF8-FCC7-7418-E5AF2A88CC97}" dt="2024-04-22T11:12:55.341" v="1" actId="1076"/>
      <pc:docMkLst>
        <pc:docMk/>
      </pc:docMkLst>
      <pc:sldChg chg="modSp">
        <pc:chgData name="SAURAV" userId="S::saurav.4097@iitg.ac.in::b4033196-6970-4b30-a8a2-abca25ad373b" providerId="AD" clId="Web-{879738F5-DBF8-FCC7-7418-E5AF2A88CC97}" dt="2024-04-22T11:08:26.541" v="0" actId="1076"/>
        <pc:sldMkLst>
          <pc:docMk/>
          <pc:sldMk cId="1555602557" sldId="268"/>
        </pc:sldMkLst>
        <pc:picChg chg="mod">
          <ac:chgData name="SAURAV" userId="S::saurav.4097@iitg.ac.in::b4033196-6970-4b30-a8a2-abca25ad373b" providerId="AD" clId="Web-{879738F5-DBF8-FCC7-7418-E5AF2A88CC97}" dt="2024-04-22T11:08:26.541" v="0" actId="1076"/>
          <ac:picMkLst>
            <pc:docMk/>
            <pc:sldMk cId="1555602557" sldId="268"/>
            <ac:picMk id="4" creationId="{244883CD-D4D6-47FB-9EF9-A819AF0E057B}"/>
          </ac:picMkLst>
        </pc:picChg>
      </pc:sldChg>
      <pc:sldChg chg="modSp">
        <pc:chgData name="SAURAV" userId="S::saurav.4097@iitg.ac.in::b4033196-6970-4b30-a8a2-abca25ad373b" providerId="AD" clId="Web-{879738F5-DBF8-FCC7-7418-E5AF2A88CC97}" dt="2024-04-22T11:12:55.341" v="1" actId="1076"/>
        <pc:sldMkLst>
          <pc:docMk/>
          <pc:sldMk cId="2555797733" sldId="269"/>
        </pc:sldMkLst>
        <pc:picChg chg="mod">
          <ac:chgData name="SAURAV" userId="S::saurav.4097@iitg.ac.in::b4033196-6970-4b30-a8a2-abca25ad373b" providerId="AD" clId="Web-{879738F5-DBF8-FCC7-7418-E5AF2A88CC97}" dt="2024-04-22T11:12:55.341" v="1" actId="1076"/>
          <ac:picMkLst>
            <pc:docMk/>
            <pc:sldMk cId="2555797733" sldId="269"/>
            <ac:picMk id="4" creationId="{6003E788-3378-4FEF-AE56-A590D5749AD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40292-1E11-429E-AEAA-701B66F77009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06FCD-6961-4628-A01C-FDBB5E6C5C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461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94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25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1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9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48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3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51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8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7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4CC01-A1A3-4F8E-9773-5D6D96CF4DC6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ED6C8-70B3-4055-9894-5999083363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96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arleton.edu/~anatomy/musclepix2.html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6B3AEA-FF9C-4683-B07B-37EFC3C40C2B}"/>
              </a:ext>
            </a:extLst>
          </p:cNvPr>
          <p:cNvSpPr/>
          <p:nvPr/>
        </p:nvSpPr>
        <p:spPr>
          <a:xfrm>
            <a:off x="3226129" y="1241822"/>
            <a:ext cx="528847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6000">
                <a:solidFill>
                  <a:srgbClr val="C00000"/>
                </a:solidFill>
                <a:latin typeface="Times New Roman" panose="02020603050405020304" pitchFamily="18" charset="0"/>
              </a:rPr>
              <a:t>Nerve Impulse and Muscle Contraction</a:t>
            </a:r>
            <a:endParaRPr lang="en-IN" sz="6000"/>
          </a:p>
        </p:txBody>
      </p:sp>
    </p:spTree>
    <p:extLst>
      <p:ext uri="{BB962C8B-B14F-4D97-AF65-F5344CB8AC3E}">
        <p14:creationId xmlns:p14="http://schemas.microsoft.com/office/powerpoint/2010/main" val="49819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F8A0C8-9726-4D13-B85C-3922BE4BCC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40"/>
          <a:stretch/>
        </p:blipFill>
        <p:spPr>
          <a:xfrm>
            <a:off x="357862" y="234097"/>
            <a:ext cx="11476275" cy="638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67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95E9EE-226C-4534-ACF5-BB601383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90" y="270115"/>
            <a:ext cx="11409760" cy="639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1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821E5D-A90F-4D31-A1EF-28FC3B63E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495612"/>
            <a:ext cx="1145857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84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7843CF-3B5C-42C6-A430-50FD7E183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4" y="334628"/>
            <a:ext cx="6383914" cy="599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7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4883CD-D4D6-47FB-9EF9-A819AF0E0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21" y="212435"/>
            <a:ext cx="11811426" cy="643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02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03E788-3378-4FEF-AE56-A590D5749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" y="340047"/>
            <a:ext cx="11676483" cy="617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9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9/95/Action_Potential.gif">
            <a:extLst>
              <a:ext uri="{FF2B5EF4-FFF2-40B4-BE49-F238E27FC236}">
                <a16:creationId xmlns:a16="http://schemas.microsoft.com/office/drawing/2014/main" id="{D81E2502-AB41-4B5B-BC96-5E3C36096C4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048" y="38100"/>
            <a:ext cx="9525000" cy="678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191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18525-611F-4D09-A63A-6553E200B503}"/>
              </a:ext>
            </a:extLst>
          </p:cNvPr>
          <p:cNvSpPr/>
          <p:nvPr/>
        </p:nvSpPr>
        <p:spPr>
          <a:xfrm>
            <a:off x="1108363" y="1805050"/>
            <a:ext cx="99752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>
                <a:solidFill>
                  <a:srgbClr val="C00000"/>
                </a:solidFill>
                <a:latin typeface="Times New Roman" panose="02020603050405020304" pitchFamily="18" charset="0"/>
              </a:rPr>
              <a:t>Study how 100 billion Neurons are firing of nearly 50 action potentials per second thereby controlling what we do, how we think, move muscles, listen to lecture classes </a:t>
            </a:r>
            <a:r>
              <a:rPr lang="en-IN" sz="360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168021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diagram of neurons and a cell&#10;&#10;Description automatically generated">
            <a:extLst>
              <a:ext uri="{FF2B5EF4-FFF2-40B4-BE49-F238E27FC236}">
                <a16:creationId xmlns:a16="http://schemas.microsoft.com/office/drawing/2014/main" id="{09991023-BA41-4488-8833-4ADB28981F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09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49566-4A9C-452E-85CC-1D3394DD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30" y="264652"/>
            <a:ext cx="11330137" cy="633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9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10550-57AB-7CF8-91A5-0FB0715B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46066-EDE7-AB55-305E-9768F4469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4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C81BD-7093-42B4-AC1B-8092A1C03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71" y="181004"/>
            <a:ext cx="10782793" cy="646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395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BD80A7-BEC8-4AF7-80D8-B4A5C358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95" y="91060"/>
            <a:ext cx="10379032" cy="655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11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2F096C-F03E-4184-9513-291FBE9B4CDB}"/>
              </a:ext>
            </a:extLst>
          </p:cNvPr>
          <p:cNvSpPr/>
          <p:nvPr/>
        </p:nvSpPr>
        <p:spPr>
          <a:xfrm>
            <a:off x="3088348" y="1759918"/>
            <a:ext cx="6117893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>
                <a:solidFill>
                  <a:srgbClr val="C00000"/>
                </a:solidFill>
                <a:latin typeface="Times New Roman" panose="02020603050405020304" pitchFamily="18" charset="0"/>
              </a:rPr>
              <a:t>STRUCTURE OF MUSCLES</a:t>
            </a:r>
          </a:p>
          <a:p>
            <a:endParaRPr lang="en-IN" sz="3600" b="1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IN" sz="3600" b="1">
                <a:solidFill>
                  <a:srgbClr val="C00000"/>
                </a:solidFill>
                <a:latin typeface="Times New Roman" panose="02020603050405020304" pitchFamily="18" charset="0"/>
              </a:rPr>
              <a:t>Muscle Innervation</a:t>
            </a:r>
            <a:endParaRPr lang="en-IN" sz="3600" b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B74A0-1627-4EE0-8AC6-89A2FAA82D23}"/>
              </a:ext>
            </a:extLst>
          </p:cNvPr>
          <p:cNvSpPr/>
          <p:nvPr/>
        </p:nvSpPr>
        <p:spPr>
          <a:xfrm>
            <a:off x="2505912" y="4324989"/>
            <a:ext cx="7282763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sz="2800">
                <a:solidFill>
                  <a:srgbClr val="0070C0"/>
                </a:solidFill>
                <a:latin typeface="Times New Roman" panose="02020603050405020304" pitchFamily="18" charset="0"/>
              </a:rPr>
              <a:t>What is the fundamental unit of Skeletal Muscle?</a:t>
            </a:r>
            <a:endParaRPr lang="en-IN" sz="28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36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Box 1">
            <a:extLst>
              <a:ext uri="{FF2B5EF4-FFF2-40B4-BE49-F238E27FC236}">
                <a16:creationId xmlns:a16="http://schemas.microsoft.com/office/drawing/2014/main" id="{4F387D1D-A0FD-4E76-8FB0-60B40E419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7958" y="6119190"/>
            <a:ext cx="9266712" cy="64611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Skeletal muscles are usually attached to bone by </a:t>
            </a:r>
            <a:r>
              <a:rPr lang="en-US" altLang="en-US" sz="1800" b="1">
                <a:solidFill>
                  <a:srgbClr val="FF0000"/>
                </a:solidFill>
              </a:rPr>
              <a:t>tendons</a:t>
            </a:r>
            <a:r>
              <a:rPr lang="en-US" altLang="en-US" sz="1800">
                <a:solidFill>
                  <a:srgbClr val="FF0000"/>
                </a:solidFill>
              </a:rPr>
              <a:t> composed of connective tissue. This connective tissue also draws the entire muscle &amp; is called epimysium. </a:t>
            </a:r>
          </a:p>
        </p:txBody>
      </p:sp>
      <p:pic>
        <p:nvPicPr>
          <p:cNvPr id="11267" name="Picture 2" descr="http://people.eku.edu/ritchisong/301images/Skeletal_muscle_structure.jpg">
            <a:extLst>
              <a:ext uri="{FF2B5EF4-FFF2-40B4-BE49-F238E27FC236}">
                <a16:creationId xmlns:a16="http://schemas.microsoft.com/office/drawing/2014/main" id="{91E5A8E5-7078-4B13-B85A-937B6AC5D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" b="52034"/>
          <a:stretch>
            <a:fillRect/>
          </a:stretch>
        </p:blipFill>
        <p:spPr bwMode="auto">
          <a:xfrm>
            <a:off x="365994" y="1098387"/>
            <a:ext cx="6577940" cy="50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Box 2">
            <a:extLst>
              <a:ext uri="{FF2B5EF4-FFF2-40B4-BE49-F238E27FC236}">
                <a16:creationId xmlns:a16="http://schemas.microsoft.com/office/drawing/2014/main" id="{6B40C9EC-BD6E-4F8F-B171-112CAFCCF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273" y="174603"/>
            <a:ext cx="1071154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hlinkClick r:id="rId3"/>
              </a:rPr>
              <a:t>Skeletal muscles</a:t>
            </a:r>
            <a:r>
              <a:rPr lang="en-US" altLang="en-US" sz="1800" b="1"/>
              <a:t> </a:t>
            </a:r>
            <a:r>
              <a:rPr lang="en-US" altLang="en-US" sz="1800"/>
              <a:t>consist of numerous subunits or bundles called </a:t>
            </a:r>
            <a:r>
              <a:rPr lang="en-US" altLang="en-US" sz="1800" err="1"/>
              <a:t>fasicles</a:t>
            </a:r>
            <a:r>
              <a:rPr lang="en-US" altLang="en-US" sz="1800"/>
              <a:t> (or fascicles). Fascicles are also surrounded by connective tissue (called the perimysium) and each fascicle is composed of numerous muscle fibers (or muscle cells). </a:t>
            </a:r>
          </a:p>
        </p:txBody>
      </p:sp>
      <p:sp>
        <p:nvSpPr>
          <p:cNvPr id="11269" name="TextBox 3">
            <a:extLst>
              <a:ext uri="{FF2B5EF4-FFF2-40B4-BE49-F238E27FC236}">
                <a16:creationId xmlns:a16="http://schemas.microsoft.com/office/drawing/2014/main" id="{6FF9C2CB-03CA-4929-83F2-97AF9145D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831" y="1748319"/>
            <a:ext cx="438298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Muscle cells</a:t>
            </a:r>
            <a:r>
              <a:rPr lang="en-US" altLang="en-US" sz="1800"/>
              <a:t>, </a:t>
            </a:r>
            <a:r>
              <a:rPr lang="en-US" altLang="en-US" sz="1800" err="1"/>
              <a:t>ensheathed</a:t>
            </a:r>
            <a:r>
              <a:rPr lang="en-US" altLang="en-US" sz="1800"/>
              <a:t> by endomysium, consist of many fibrils (or myofibrils), and these myofibrils are made up of long protein molecules called myofilaments. There are two types of myofilaments in myofibrils: thick myofilaments and thin myofilaments.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DDE860-E498-44FE-BAB3-0EF992E74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04" y="261255"/>
            <a:ext cx="11204812" cy="63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0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>
            <a:extLst>
              <a:ext uri="{FF2B5EF4-FFF2-40B4-BE49-F238E27FC236}">
                <a16:creationId xmlns:a16="http://schemas.microsoft.com/office/drawing/2014/main" id="{7A7492C0-02AF-4503-9707-0ABC17C0C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152776"/>
            <a:ext cx="6446838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2">
            <a:extLst>
              <a:ext uri="{FF2B5EF4-FFF2-40B4-BE49-F238E27FC236}">
                <a16:creationId xmlns:a16="http://schemas.microsoft.com/office/drawing/2014/main" id="{3FB5F8B0-66A1-46CE-8F5F-68BA9E70C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9526"/>
            <a:ext cx="40386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8" name="Group 5">
            <a:extLst>
              <a:ext uri="{FF2B5EF4-FFF2-40B4-BE49-F238E27FC236}">
                <a16:creationId xmlns:a16="http://schemas.microsoft.com/office/drawing/2014/main" id="{F6B8A296-1247-494E-9460-4691D78CD017}"/>
              </a:ext>
            </a:extLst>
          </p:cNvPr>
          <p:cNvGrpSpPr>
            <a:grpSpLocks/>
          </p:cNvGrpSpPr>
          <p:nvPr/>
        </p:nvGrpSpPr>
        <p:grpSpPr bwMode="auto">
          <a:xfrm>
            <a:off x="1795463" y="228600"/>
            <a:ext cx="1828800" cy="1752600"/>
            <a:chOff x="6946496" y="1066800"/>
            <a:chExt cx="1828800" cy="1752600"/>
          </a:xfrm>
        </p:grpSpPr>
        <p:sp>
          <p:nvSpPr>
            <p:cNvPr id="16389" name="TextBox 3">
              <a:extLst>
                <a:ext uri="{FF2B5EF4-FFF2-40B4-BE49-F238E27FC236}">
                  <a16:creationId xmlns:a16="http://schemas.microsoft.com/office/drawing/2014/main" id="{6E547825-4777-4D41-A83D-AB2A768D5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6496" y="1371600"/>
              <a:ext cx="182880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IN" altLang="en-US" sz="2000" b="1" i="1"/>
                <a:t>Interaction between actin and myosin</a:t>
              </a:r>
            </a:p>
          </p:txBody>
        </p:sp>
        <p:sp>
          <p:nvSpPr>
            <p:cNvPr id="5" name="Flowchart: Sequential Access Storage 4">
              <a:extLst>
                <a:ext uri="{FF2B5EF4-FFF2-40B4-BE49-F238E27FC236}">
                  <a16:creationId xmlns:a16="http://schemas.microsoft.com/office/drawing/2014/main" id="{323D096D-5236-411E-A500-0CAB97D860D1}"/>
                </a:ext>
              </a:extLst>
            </p:cNvPr>
            <p:cNvSpPr/>
            <p:nvPr/>
          </p:nvSpPr>
          <p:spPr>
            <a:xfrm>
              <a:off x="7009996" y="1066800"/>
              <a:ext cx="1722437" cy="1752600"/>
            </a:xfrm>
            <a:prstGeom prst="flowChartMagneticTap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IN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3774BC-00F8-423B-9F9D-05B7CC634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9" y="341827"/>
            <a:ext cx="11623393" cy="583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76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10" ma:contentTypeDescription="Create a new document." ma:contentTypeScope="" ma:versionID="c7caf746f9f59231fcc88430109f7c93">
  <xsd:schema xmlns:xsd="http://www.w3.org/2001/XMLSchema" xmlns:xs="http://www.w3.org/2001/XMLSchema" xmlns:p="http://schemas.microsoft.com/office/2006/metadata/properties" xmlns:ns2="f3d90b6b-40ba-4cf1-9177-eadded3cce4b" xmlns:ns3="469ac0c8-6c93-45a5-801f-5dae600c78f6" targetNamespace="http://schemas.microsoft.com/office/2006/metadata/properties" ma:root="true" ma:fieldsID="d77bf9fd42b4d7e102237062b1ace12d" ns2:_="" ns3:_="">
    <xsd:import namespace="f3d90b6b-40ba-4cf1-9177-eadded3cce4b"/>
    <xsd:import namespace="469ac0c8-6c93-45a5-801f-5dae600c78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ac0c8-6c93-45a5-801f-5dae600c78f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DA5E72-6D5A-4386-83C2-51A823E291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A36EE4B-B4F4-48B8-97E1-038CB06C3A0F}">
  <ds:schemaRefs>
    <ds:schemaRef ds:uri="469ac0c8-6c93-45a5-801f-5dae600c78f6"/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393E5D6-B91B-42F0-8E2D-A0CE88EEAB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revision>1</cp:revision>
  <dcterms:created xsi:type="dcterms:W3CDTF">2018-02-19T09:53:57Z</dcterms:created>
  <dcterms:modified xsi:type="dcterms:W3CDTF">2024-04-23T23:57:41Z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